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sldIdLst>
    <p:sldId id="262" r:id="rId5"/>
    <p:sldId id="261" r:id="rId6"/>
    <p:sldId id="263" r:id="rId7"/>
    <p:sldId id="264" r:id="rId8"/>
    <p:sldId id="265" r:id="rId9"/>
    <p:sldId id="266" r:id="rId10"/>
    <p:sldId id="273" r:id="rId11"/>
    <p:sldId id="267" r:id="rId12"/>
    <p:sldId id="268" r:id="rId13"/>
    <p:sldId id="274" r:id="rId14"/>
    <p:sldId id="269" r:id="rId15"/>
    <p:sldId id="271" r:id="rId16"/>
    <p:sldId id="275" r:id="rId17"/>
    <p:sldId id="276" r:id="rId18"/>
    <p:sldId id="260" r:id="rId19"/>
    <p:sldId id="270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459"/>
    <a:srgbClr val="C2F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48550-0BA0-BC14-E2B3-98244948D547}" v="3" dt="2025-03-25T10:08:16.018"/>
    <p1510:client id="{49F47335-58BC-CEA9-D00F-1642A0D61714}" v="1" dt="2025-03-26T12:39:49.346"/>
    <p1510:client id="{9A3A78F0-CD3C-47BB-DE10-4A6E7AA67709}" v="398" dt="2025-03-24T17:01:35.333"/>
    <p1510:client id="{B012FD46-2F87-D24B-80EB-4B7C194FA9C5}" v="138" dt="2025-03-25T09:28:18.467"/>
    <p1510:client id="{D095C372-A77F-3BF1-A30E-4CACC0C1F248}" v="184" dt="2025-03-24T17:32:34.747"/>
    <p1510:client id="{D108FEE8-CBFE-9764-1BE7-4ED6B429C712}" v="920" dt="2025-03-26T07:58:53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varez Miguez" userId="S::daniel.alvarez@campusdual.com::a346ad28-f425-4812-960c-980db2264c4d" providerId="AD" clId="Web-{D095C372-A77F-3BF1-A30E-4CACC0C1F248}"/>
    <pc:docChg chg="addSld delSld modSld">
      <pc:chgData name="Daniel Alvarez Miguez" userId="S::daniel.alvarez@campusdual.com::a346ad28-f425-4812-960c-980db2264c4d" providerId="AD" clId="Web-{D095C372-A77F-3BF1-A30E-4CACC0C1F248}" dt="2025-03-24T17:32:34.747" v="84"/>
      <pc:docMkLst>
        <pc:docMk/>
      </pc:docMkLst>
      <pc:sldChg chg="modSp">
        <pc:chgData name="Daniel Alvarez Miguez" userId="S::daniel.alvarez@campusdual.com::a346ad28-f425-4812-960c-980db2264c4d" providerId="AD" clId="Web-{D095C372-A77F-3BF1-A30E-4CACC0C1F248}" dt="2025-03-24T17:27:39.689" v="78" actId="20577"/>
        <pc:sldMkLst>
          <pc:docMk/>
          <pc:sldMk cId="2117570160" sldId="260"/>
        </pc:sldMkLst>
        <pc:spChg chg="mod">
          <ac:chgData name="Daniel Alvarez Miguez" userId="S::daniel.alvarez@campusdual.com::a346ad28-f425-4812-960c-980db2264c4d" providerId="AD" clId="Web-{D095C372-A77F-3BF1-A30E-4CACC0C1F248}" dt="2025-03-24T17:27:39.689" v="78" actId="20577"/>
          <ac:spMkLst>
            <pc:docMk/>
            <pc:sldMk cId="2117570160" sldId="260"/>
            <ac:spMk id="2" creationId="{396BAAC5-098F-56C0-0E99-D83363B2663B}"/>
          </ac:spMkLst>
        </pc:spChg>
      </pc:sldChg>
      <pc:sldChg chg="modSp">
        <pc:chgData name="Daniel Alvarez Miguez" userId="S::daniel.alvarez@campusdual.com::a346ad28-f425-4812-960c-980db2264c4d" providerId="AD" clId="Web-{D095C372-A77F-3BF1-A30E-4CACC0C1F248}" dt="2025-03-24T17:04:16.061" v="1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D095C372-A77F-3BF1-A30E-4CACC0C1F248}" dt="2025-03-24T17:04:16.061" v="1" actId="20577"/>
          <ac:spMkLst>
            <pc:docMk/>
            <pc:sldMk cId="3524099" sldId="263"/>
            <ac:spMk id="4" creationId="{AE14B8D8-AC69-3E47-8916-B65041291222}"/>
          </ac:spMkLst>
        </pc:spChg>
      </pc:sldChg>
      <pc:sldChg chg="addSp delSp modSp">
        <pc:chgData name="Daniel Alvarez Miguez" userId="S::daniel.alvarez@campusdual.com::a346ad28-f425-4812-960c-980db2264c4d" providerId="AD" clId="Web-{D095C372-A77F-3BF1-A30E-4CACC0C1F248}" dt="2025-03-24T17:07:58.631" v="17" actId="1076"/>
        <pc:sldMkLst>
          <pc:docMk/>
          <pc:sldMk cId="3777948448" sldId="264"/>
        </pc:sldMkLst>
        <pc:picChg chg="add mod">
          <ac:chgData name="Daniel Alvarez Miguez" userId="S::daniel.alvarez@campusdual.com::a346ad28-f425-4812-960c-980db2264c4d" providerId="AD" clId="Web-{D095C372-A77F-3BF1-A30E-4CACC0C1F248}" dt="2025-03-24T17:05:13.032" v="5" actId="1076"/>
          <ac:picMkLst>
            <pc:docMk/>
            <pc:sldMk cId="3777948448" sldId="264"/>
            <ac:picMk id="4" creationId="{1289CFAB-697C-9E38-2096-1C44A9BAF9E5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05:15.438" v="6"/>
          <ac:picMkLst>
            <pc:docMk/>
            <pc:sldMk cId="3777948448" sldId="264"/>
            <ac:picMk id="6" creationId="{71B4B001-DE66-8019-C182-458184187CCE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06:09.456" v="11"/>
          <ac:picMkLst>
            <pc:docMk/>
            <pc:sldMk cId="3777948448" sldId="264"/>
            <ac:picMk id="7" creationId="{687347A7-525A-B883-6867-02DE86E6A653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05:03.641" v="2"/>
          <ac:picMkLst>
            <pc:docMk/>
            <pc:sldMk cId="3777948448" sldId="264"/>
            <ac:picMk id="8" creationId="{28CFBC80-1A80-C686-F0F9-EE6DC756CBBC}"/>
          </ac:picMkLst>
        </pc:picChg>
        <pc:picChg chg="add mod">
          <ac:chgData name="Daniel Alvarez Miguez" userId="S::daniel.alvarez@campusdual.com::a346ad28-f425-4812-960c-980db2264c4d" providerId="AD" clId="Web-{D095C372-A77F-3BF1-A30E-4CACC0C1F248}" dt="2025-03-24T17:07:58.631" v="17" actId="1076"/>
          <ac:picMkLst>
            <pc:docMk/>
            <pc:sldMk cId="3777948448" sldId="264"/>
            <ac:picMk id="9" creationId="{40566F21-D976-BEBB-BB6F-620375443AF9}"/>
          </ac:picMkLst>
        </pc:picChg>
        <pc:picChg chg="add del mod">
          <ac:chgData name="Daniel Alvarez Miguez" userId="S::daniel.alvarez@campusdual.com::a346ad28-f425-4812-960c-980db2264c4d" providerId="AD" clId="Web-{D095C372-A77F-3BF1-A30E-4CACC0C1F248}" dt="2025-03-24T17:07:52.506" v="16"/>
          <ac:picMkLst>
            <pc:docMk/>
            <pc:sldMk cId="3777948448" sldId="264"/>
            <ac:picMk id="10" creationId="{F78B1318-FB5D-E572-4BF5-A16493486199}"/>
          </ac:picMkLst>
        </pc:picChg>
      </pc:sldChg>
      <pc:sldChg chg="addSp delSp modSp">
        <pc:chgData name="Daniel Alvarez Miguez" userId="S::daniel.alvarez@campusdual.com::a346ad28-f425-4812-960c-980db2264c4d" providerId="AD" clId="Web-{D095C372-A77F-3BF1-A30E-4CACC0C1F248}" dt="2025-03-24T17:08:54.071" v="25" actId="14100"/>
        <pc:sldMkLst>
          <pc:docMk/>
          <pc:sldMk cId="3633792269" sldId="265"/>
        </pc:sldMkLst>
        <pc:picChg chg="del">
          <ac:chgData name="Daniel Alvarez Miguez" userId="S::daniel.alvarez@campusdual.com::a346ad28-f425-4812-960c-980db2264c4d" providerId="AD" clId="Web-{D095C372-A77F-3BF1-A30E-4CACC0C1F248}" dt="2025-03-24T17:08:03.725" v="19"/>
          <ac:picMkLst>
            <pc:docMk/>
            <pc:sldMk cId="3633792269" sldId="265"/>
            <ac:picMk id="4" creationId="{16EF6B09-FCC2-0EA9-88D3-6C9673C501CF}"/>
          </ac:picMkLst>
        </pc:picChg>
        <pc:picChg chg="add del mod">
          <ac:chgData name="Daniel Alvarez Miguez" userId="S::daniel.alvarez@campusdual.com::a346ad28-f425-4812-960c-980db2264c4d" providerId="AD" clId="Web-{D095C372-A77F-3BF1-A30E-4CACC0C1F248}" dt="2025-03-24T17:08:20.414" v="22"/>
          <ac:picMkLst>
            <pc:docMk/>
            <pc:sldMk cId="3633792269" sldId="265"/>
            <ac:picMk id="6" creationId="{66468EC7-D536-BB9D-BCC9-61161E7DE4D3}"/>
          </ac:picMkLst>
        </pc:picChg>
        <pc:picChg chg="add mod">
          <ac:chgData name="Daniel Alvarez Miguez" userId="S::daniel.alvarez@campusdual.com::a346ad28-f425-4812-960c-980db2264c4d" providerId="AD" clId="Web-{D095C372-A77F-3BF1-A30E-4CACC0C1F248}" dt="2025-03-24T17:08:54.071" v="25" actId="14100"/>
          <ac:picMkLst>
            <pc:docMk/>
            <pc:sldMk cId="3633792269" sldId="265"/>
            <ac:picMk id="7" creationId="{A79E477C-E1D5-9288-1478-EAC84741166F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08:02.007" v="18"/>
          <ac:picMkLst>
            <pc:docMk/>
            <pc:sldMk cId="3633792269" sldId="265"/>
            <ac:picMk id="8" creationId="{2C228357-D5CF-4A92-8721-C51742FC949A}"/>
          </ac:picMkLst>
        </pc:picChg>
      </pc:sldChg>
      <pc:sldChg chg="addSp delSp modSp">
        <pc:chgData name="Daniel Alvarez Miguez" userId="S::daniel.alvarez@campusdual.com::a346ad28-f425-4812-960c-980db2264c4d" providerId="AD" clId="Web-{D095C372-A77F-3BF1-A30E-4CACC0C1F248}" dt="2025-03-24T17:10:16.730" v="29" actId="14100"/>
        <pc:sldMkLst>
          <pc:docMk/>
          <pc:sldMk cId="3645504157" sldId="266"/>
        </pc:sldMkLst>
        <pc:picChg chg="add mod">
          <ac:chgData name="Daniel Alvarez Miguez" userId="S::daniel.alvarez@campusdual.com::a346ad28-f425-4812-960c-980db2264c4d" providerId="AD" clId="Web-{D095C372-A77F-3BF1-A30E-4CACC0C1F248}" dt="2025-03-24T17:10:16.730" v="29" actId="14100"/>
          <ac:picMkLst>
            <pc:docMk/>
            <pc:sldMk cId="3645504157" sldId="266"/>
            <ac:picMk id="4" creationId="{EF1DAA61-B055-FED0-C361-9EF81E4D1DF8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08:58.712" v="26"/>
          <ac:picMkLst>
            <pc:docMk/>
            <pc:sldMk cId="3645504157" sldId="266"/>
            <ac:picMk id="6" creationId="{B96139A1-7932-DB2A-7853-81BE672EB906}"/>
          </ac:picMkLst>
        </pc:picChg>
      </pc:sldChg>
      <pc:sldChg chg="addSp delSp modSp">
        <pc:chgData name="Daniel Alvarez Miguez" userId="S::daniel.alvarez@campusdual.com::a346ad28-f425-4812-960c-980db2264c4d" providerId="AD" clId="Web-{D095C372-A77F-3BF1-A30E-4CACC0C1F248}" dt="2025-03-24T17:13:41.550" v="44" actId="14100"/>
        <pc:sldMkLst>
          <pc:docMk/>
          <pc:sldMk cId="3172179078" sldId="267"/>
        </pc:sldMkLst>
        <pc:picChg chg="del">
          <ac:chgData name="Daniel Alvarez Miguez" userId="S::daniel.alvarez@campusdual.com::a346ad28-f425-4812-960c-980db2264c4d" providerId="AD" clId="Web-{D095C372-A77F-3BF1-A30E-4CACC0C1F248}" dt="2025-03-24T17:11:14.373" v="34"/>
          <ac:picMkLst>
            <pc:docMk/>
            <pc:sldMk cId="3172179078" sldId="267"/>
            <ac:picMk id="4" creationId="{2C51B381-1CA4-4B13-304F-AE2D10A9E5F3}"/>
          </ac:picMkLst>
        </pc:picChg>
        <pc:picChg chg="add mod">
          <ac:chgData name="Daniel Alvarez Miguez" userId="S::daniel.alvarez@campusdual.com::a346ad28-f425-4812-960c-980db2264c4d" providerId="AD" clId="Web-{D095C372-A77F-3BF1-A30E-4CACC0C1F248}" dt="2025-03-24T17:13:41.550" v="44" actId="14100"/>
          <ac:picMkLst>
            <pc:docMk/>
            <pc:sldMk cId="3172179078" sldId="267"/>
            <ac:picMk id="6" creationId="{C8D1DE95-E17C-EEDB-027B-46BAAA177058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12:11.687" v="35"/>
          <ac:picMkLst>
            <pc:docMk/>
            <pc:sldMk cId="3172179078" sldId="267"/>
            <ac:picMk id="7" creationId="{5D467307-1B1A-49B8-B2EF-6FA9DC554F73}"/>
          </ac:picMkLst>
        </pc:picChg>
        <pc:picChg chg="add mod">
          <ac:chgData name="Daniel Alvarez Miguez" userId="S::daniel.alvarez@campusdual.com::a346ad28-f425-4812-960c-980db2264c4d" providerId="AD" clId="Web-{D095C372-A77F-3BF1-A30E-4CACC0C1F248}" dt="2025-03-24T17:13:36.362" v="43" actId="14100"/>
          <ac:picMkLst>
            <pc:docMk/>
            <pc:sldMk cId="3172179078" sldId="267"/>
            <ac:picMk id="8" creationId="{D064214C-339F-F96B-49A1-EB03DB5E0957}"/>
          </ac:picMkLst>
        </pc:picChg>
      </pc:sldChg>
      <pc:sldChg chg="addSp delSp modSp">
        <pc:chgData name="Daniel Alvarez Miguez" userId="S::daniel.alvarez@campusdual.com::a346ad28-f425-4812-960c-980db2264c4d" providerId="AD" clId="Web-{D095C372-A77F-3BF1-A30E-4CACC0C1F248}" dt="2025-03-24T17:12:51.064" v="40" actId="1076"/>
        <pc:sldMkLst>
          <pc:docMk/>
          <pc:sldMk cId="1925488116" sldId="268"/>
        </pc:sldMkLst>
        <pc:picChg chg="add mod">
          <ac:chgData name="Daniel Alvarez Miguez" userId="S::daniel.alvarez@campusdual.com::a346ad28-f425-4812-960c-980db2264c4d" providerId="AD" clId="Web-{D095C372-A77F-3BF1-A30E-4CACC0C1F248}" dt="2025-03-24T17:12:51.064" v="40" actId="1076"/>
          <ac:picMkLst>
            <pc:docMk/>
            <pc:sldMk cId="1925488116" sldId="268"/>
            <ac:picMk id="4" creationId="{CC114317-F917-C356-9C4A-B6DF62BE2431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12:31.751" v="38"/>
          <ac:picMkLst>
            <pc:docMk/>
            <pc:sldMk cId="1925488116" sldId="268"/>
            <ac:picMk id="6" creationId="{A46BCED3-D128-F98C-F12C-FDA92DA95756}"/>
          </ac:picMkLst>
        </pc:picChg>
      </pc:sldChg>
      <pc:sldChg chg="addSp delSp modSp">
        <pc:chgData name="Daniel Alvarez Miguez" userId="S::daniel.alvarez@campusdual.com::a346ad28-f425-4812-960c-980db2264c4d" providerId="AD" clId="Web-{D095C372-A77F-3BF1-A30E-4CACC0C1F248}" dt="2025-03-24T17:19:37.641" v="74" actId="1076"/>
        <pc:sldMkLst>
          <pc:docMk/>
          <pc:sldMk cId="1312038049" sldId="269"/>
        </pc:sldMkLst>
        <pc:picChg chg="add mod">
          <ac:chgData name="Daniel Alvarez Miguez" userId="S::daniel.alvarez@campusdual.com::a346ad28-f425-4812-960c-980db2264c4d" providerId="AD" clId="Web-{D095C372-A77F-3BF1-A30E-4CACC0C1F248}" dt="2025-03-24T17:19:37.641" v="74" actId="1076"/>
          <ac:picMkLst>
            <pc:docMk/>
            <pc:sldMk cId="1312038049" sldId="269"/>
            <ac:picMk id="4" creationId="{5875CE9C-20BB-039A-10EC-A7D6F56732D9}"/>
          </ac:picMkLst>
        </pc:picChg>
        <pc:picChg chg="del">
          <ac:chgData name="Daniel Alvarez Miguez" userId="S::daniel.alvarez@campusdual.com::a346ad28-f425-4812-960c-980db2264c4d" providerId="AD" clId="Web-{D095C372-A77F-3BF1-A30E-4CACC0C1F248}" dt="2025-03-24T17:13:51.253" v="45"/>
          <ac:picMkLst>
            <pc:docMk/>
            <pc:sldMk cId="1312038049" sldId="269"/>
            <ac:picMk id="8" creationId="{33B213E1-EE3F-8915-3CE5-BA577326FACB}"/>
          </ac:picMkLst>
        </pc:picChg>
      </pc:sldChg>
      <pc:sldChg chg="modSp">
        <pc:chgData name="Daniel Alvarez Miguez" userId="S::daniel.alvarez@campusdual.com::a346ad28-f425-4812-960c-980db2264c4d" providerId="AD" clId="Web-{D095C372-A77F-3BF1-A30E-4CACC0C1F248}" dt="2025-03-24T17:18:12.169" v="61" actId="20577"/>
        <pc:sldMkLst>
          <pc:docMk/>
          <pc:sldMk cId="4250914526" sldId="271"/>
        </pc:sldMkLst>
        <pc:spChg chg="mod">
          <ac:chgData name="Daniel Alvarez Miguez" userId="S::daniel.alvarez@campusdual.com::a346ad28-f425-4812-960c-980db2264c4d" providerId="AD" clId="Web-{D095C372-A77F-3BF1-A30E-4CACC0C1F248}" dt="2025-03-24T17:18:12.169" v="61" actId="20577"/>
          <ac:spMkLst>
            <pc:docMk/>
            <pc:sldMk cId="4250914526" sldId="271"/>
            <ac:spMk id="4" creationId="{9DCD4725-54B4-CF9C-4DEE-442EAEDD34E9}"/>
          </ac:spMkLst>
        </pc:spChg>
        <pc:spChg chg="mod">
          <ac:chgData name="Daniel Alvarez Miguez" userId="S::daniel.alvarez@campusdual.com::a346ad28-f425-4812-960c-980db2264c4d" providerId="AD" clId="Web-{D095C372-A77F-3BF1-A30E-4CACC0C1F248}" dt="2025-03-24T17:16:50.979" v="57" actId="20577"/>
          <ac:spMkLst>
            <pc:docMk/>
            <pc:sldMk cId="4250914526" sldId="271"/>
            <ac:spMk id="6" creationId="{C0165779-FAFA-56A1-B67F-D314DE8A5E97}"/>
          </ac:spMkLst>
        </pc:spChg>
      </pc:sldChg>
      <pc:sldChg chg="delSp del">
        <pc:chgData name="Daniel Alvarez Miguez" userId="S::daniel.alvarez@campusdual.com::a346ad28-f425-4812-960c-980db2264c4d" providerId="AD" clId="Web-{D095C372-A77F-3BF1-A30E-4CACC0C1F248}" dt="2025-03-24T17:32:34.747" v="84"/>
        <pc:sldMkLst>
          <pc:docMk/>
          <pc:sldMk cId="2522611134" sldId="272"/>
        </pc:sldMkLst>
        <pc:spChg chg="del">
          <ac:chgData name="Daniel Alvarez Miguez" userId="S::daniel.alvarez@campusdual.com::a346ad28-f425-4812-960c-980db2264c4d" providerId="AD" clId="Web-{D095C372-A77F-3BF1-A30E-4CACC0C1F248}" dt="2025-03-24T17:32:11.199" v="80"/>
          <ac:spMkLst>
            <pc:docMk/>
            <pc:sldMk cId="2522611134" sldId="272"/>
            <ac:spMk id="4" creationId="{9A7747C3-F39A-1F10-1C48-14C45703593F}"/>
          </ac:spMkLst>
        </pc:spChg>
      </pc:sldChg>
      <pc:sldChg chg="addSp delSp modSp add replId">
        <pc:chgData name="Daniel Alvarez Miguez" userId="S::daniel.alvarez@campusdual.com::a346ad28-f425-4812-960c-980db2264c4d" providerId="AD" clId="Web-{D095C372-A77F-3BF1-A30E-4CACC0C1F248}" dt="2025-03-24T17:11:10.154" v="33" actId="1076"/>
        <pc:sldMkLst>
          <pc:docMk/>
          <pc:sldMk cId="733357321" sldId="273"/>
        </pc:sldMkLst>
        <pc:picChg chg="del">
          <ac:chgData name="Daniel Alvarez Miguez" userId="S::daniel.alvarez@campusdual.com::a346ad28-f425-4812-960c-980db2264c4d" providerId="AD" clId="Web-{D095C372-A77F-3BF1-A30E-4CACC0C1F248}" dt="2025-03-24T17:10:26.121" v="31"/>
          <ac:picMkLst>
            <pc:docMk/>
            <pc:sldMk cId="733357321" sldId="273"/>
            <ac:picMk id="4" creationId="{7EEFB60B-BC71-B329-9F69-00C7DEDB9F86}"/>
          </ac:picMkLst>
        </pc:picChg>
        <pc:picChg chg="add mod">
          <ac:chgData name="Daniel Alvarez Miguez" userId="S::daniel.alvarez@campusdual.com::a346ad28-f425-4812-960c-980db2264c4d" providerId="AD" clId="Web-{D095C372-A77F-3BF1-A30E-4CACC0C1F248}" dt="2025-03-24T17:11:10.154" v="33" actId="1076"/>
          <ac:picMkLst>
            <pc:docMk/>
            <pc:sldMk cId="733357321" sldId="273"/>
            <ac:picMk id="6" creationId="{2ACE76B1-AB89-06A0-0089-5B1BC9BDCDAA}"/>
          </ac:picMkLst>
        </pc:picChg>
      </pc:sldChg>
      <pc:sldChg chg="addSp delSp modSp add replId">
        <pc:chgData name="Daniel Alvarez Miguez" userId="S::daniel.alvarez@campusdual.com::a346ad28-f425-4812-960c-980db2264c4d" providerId="AD" clId="Web-{D095C372-A77F-3BF1-A30E-4CACC0C1F248}" dt="2025-03-24T17:20:41.315" v="76" actId="1076"/>
        <pc:sldMkLst>
          <pc:docMk/>
          <pc:sldMk cId="2717518539" sldId="274"/>
        </pc:sldMkLst>
        <pc:spChg chg="mod">
          <ac:chgData name="Daniel Alvarez Miguez" userId="S::daniel.alvarez@campusdual.com::a346ad28-f425-4812-960c-980db2264c4d" providerId="AD" clId="Web-{D095C372-A77F-3BF1-A30E-4CACC0C1F248}" dt="2025-03-24T17:15:41.554" v="49" actId="20577"/>
          <ac:spMkLst>
            <pc:docMk/>
            <pc:sldMk cId="2717518539" sldId="274"/>
            <ac:spMk id="2" creationId="{B36530F0-4006-C549-EBFF-F2DC121E20DA}"/>
          </ac:spMkLst>
        </pc:spChg>
        <pc:spChg chg="del">
          <ac:chgData name="Daniel Alvarez Miguez" userId="S::daniel.alvarez@campusdual.com::a346ad28-f425-4812-960c-980db2264c4d" providerId="AD" clId="Web-{D095C372-A77F-3BF1-A30E-4CACC0C1F248}" dt="2025-03-24T17:15:37.414" v="47"/>
          <ac:spMkLst>
            <pc:docMk/>
            <pc:sldMk cId="2717518539" sldId="274"/>
            <ac:spMk id="4" creationId="{E8AFA97D-9F76-FC57-8EA0-502915ECBE1A}"/>
          </ac:spMkLst>
        </pc:spChg>
        <pc:picChg chg="add mod">
          <ac:chgData name="Daniel Alvarez Miguez" userId="S::daniel.alvarez@campusdual.com::a346ad28-f425-4812-960c-980db2264c4d" providerId="AD" clId="Web-{D095C372-A77F-3BF1-A30E-4CACC0C1F248}" dt="2025-03-24T17:20:41.315" v="76" actId="1076"/>
          <ac:picMkLst>
            <pc:docMk/>
            <pc:sldMk cId="2717518539" sldId="274"/>
            <ac:picMk id="6" creationId="{2B705D27-7D5A-5134-7EC6-B807D03C6E69}"/>
          </ac:picMkLst>
        </pc:picChg>
      </pc:sldChg>
      <pc:sldChg chg="modSp add replId">
        <pc:chgData name="Daniel Alvarez Miguez" userId="S::daniel.alvarez@campusdual.com::a346ad28-f425-4812-960c-980db2264c4d" providerId="AD" clId="Web-{D095C372-A77F-3BF1-A30E-4CACC0C1F248}" dt="2025-03-24T17:18:35.873" v="66" actId="20577"/>
        <pc:sldMkLst>
          <pc:docMk/>
          <pc:sldMk cId="3228023989" sldId="275"/>
        </pc:sldMkLst>
        <pc:spChg chg="mod">
          <ac:chgData name="Daniel Alvarez Miguez" userId="S::daniel.alvarez@campusdual.com::a346ad28-f425-4812-960c-980db2264c4d" providerId="AD" clId="Web-{D095C372-A77F-3BF1-A30E-4CACC0C1F248}" dt="2025-03-24T17:18:29.482" v="63" actId="20577"/>
          <ac:spMkLst>
            <pc:docMk/>
            <pc:sldMk cId="3228023989" sldId="275"/>
            <ac:spMk id="4" creationId="{6E60382E-E5D4-4A88-20C2-5CFBBA4FEBC7}"/>
          </ac:spMkLst>
        </pc:spChg>
        <pc:spChg chg="mod">
          <ac:chgData name="Daniel Alvarez Miguez" userId="S::daniel.alvarez@campusdual.com::a346ad28-f425-4812-960c-980db2264c4d" providerId="AD" clId="Web-{D095C372-A77F-3BF1-A30E-4CACC0C1F248}" dt="2025-03-24T17:18:35.873" v="66" actId="20577"/>
          <ac:spMkLst>
            <pc:docMk/>
            <pc:sldMk cId="3228023989" sldId="275"/>
            <ac:spMk id="6" creationId="{ED8A19AA-7A2F-63D9-C944-10E3117EE116}"/>
          </ac:spMkLst>
        </pc:spChg>
      </pc:sldChg>
      <pc:sldChg chg="addSp delSp modSp add replId">
        <pc:chgData name="Daniel Alvarez Miguez" userId="S::daniel.alvarez@campusdual.com::a346ad28-f425-4812-960c-980db2264c4d" providerId="AD" clId="Web-{D095C372-A77F-3BF1-A30E-4CACC0C1F248}" dt="2025-03-24T17:32:30.481" v="83" actId="1076"/>
        <pc:sldMkLst>
          <pc:docMk/>
          <pc:sldMk cId="840023469" sldId="276"/>
        </pc:sldMkLst>
        <pc:spChg chg="mod">
          <ac:chgData name="Daniel Alvarez Miguez" userId="S::daniel.alvarez@campusdual.com::a346ad28-f425-4812-960c-980db2264c4d" providerId="AD" clId="Web-{D095C372-A77F-3BF1-A30E-4CACC0C1F248}" dt="2025-03-24T17:32:30.481" v="83" actId="1076"/>
          <ac:spMkLst>
            <pc:docMk/>
            <pc:sldMk cId="840023469" sldId="276"/>
            <ac:spMk id="4" creationId="{AD109F57-035F-5B12-981D-A89807122E99}"/>
          </ac:spMkLst>
        </pc:spChg>
        <pc:spChg chg="del">
          <ac:chgData name="Daniel Alvarez Miguez" userId="S::daniel.alvarez@campusdual.com::a346ad28-f425-4812-960c-980db2264c4d" providerId="AD" clId="Web-{D095C372-A77F-3BF1-A30E-4CACC0C1F248}" dt="2025-03-24T17:18:58.514" v="68"/>
          <ac:spMkLst>
            <pc:docMk/>
            <pc:sldMk cId="840023469" sldId="276"/>
            <ac:spMk id="6" creationId="{6E852193-FE15-1782-D55E-74237231A4FF}"/>
          </ac:spMkLst>
        </pc:spChg>
        <pc:spChg chg="add mod">
          <ac:chgData name="Daniel Alvarez Miguez" userId="S::daniel.alvarez@campusdual.com::a346ad28-f425-4812-960c-980db2264c4d" providerId="AD" clId="Web-{D095C372-A77F-3BF1-A30E-4CACC0C1F248}" dt="2025-03-24T17:32:19.699" v="82" actId="1076"/>
          <ac:spMkLst>
            <pc:docMk/>
            <pc:sldMk cId="840023469" sldId="276"/>
            <ac:spMk id="7" creationId="{9A7747C3-F39A-1F10-1C48-14C45703593F}"/>
          </ac:spMkLst>
        </pc:spChg>
      </pc:sldChg>
    </pc:docChg>
  </pc:docChgLst>
  <pc:docChgLst>
    <pc:chgData name="Daniel Alvarez Miguez" userId="S::daniel.alvarez@campusdual.com::a346ad28-f425-4812-960c-980db2264c4d" providerId="AD" clId="Web-{D108FEE8-CBFE-9764-1BE7-4ED6B429C712}"/>
    <pc:docChg chg="modSld">
      <pc:chgData name="Daniel Alvarez Miguez" userId="S::daniel.alvarez@campusdual.com::a346ad28-f425-4812-960c-980db2264c4d" providerId="AD" clId="Web-{D108FEE8-CBFE-9764-1BE7-4ED6B429C712}" dt="2025-03-26T07:58:53.848" v="457" actId="20577"/>
      <pc:docMkLst>
        <pc:docMk/>
      </pc:docMkLst>
      <pc:sldChg chg="modSp">
        <pc:chgData name="Daniel Alvarez Miguez" userId="S::daniel.alvarez@campusdual.com::a346ad28-f425-4812-960c-980db2264c4d" providerId="AD" clId="Web-{D108FEE8-CBFE-9764-1BE7-4ED6B429C712}" dt="2025-03-26T07:31:43.188" v="1" actId="20577"/>
        <pc:sldMkLst>
          <pc:docMk/>
          <pc:sldMk cId="3777948448" sldId="264"/>
        </pc:sldMkLst>
        <pc:spChg chg="mod">
          <ac:chgData name="Daniel Alvarez Miguez" userId="S::daniel.alvarez@campusdual.com::a346ad28-f425-4812-960c-980db2264c4d" providerId="AD" clId="Web-{D108FEE8-CBFE-9764-1BE7-4ED6B429C712}" dt="2025-03-26T07:31:43.188" v="1" actId="20577"/>
          <ac:spMkLst>
            <pc:docMk/>
            <pc:sldMk cId="3777948448" sldId="264"/>
            <ac:spMk id="2" creationId="{8979A71E-B4F6-BF25-3159-4BE51F8924F7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33:11.379" v="8" actId="20577"/>
        <pc:sldMkLst>
          <pc:docMk/>
          <pc:sldMk cId="3633792269" sldId="265"/>
        </pc:sldMkLst>
        <pc:spChg chg="mod">
          <ac:chgData name="Daniel Alvarez Miguez" userId="S::daniel.alvarez@campusdual.com::a346ad28-f425-4812-960c-980db2264c4d" providerId="AD" clId="Web-{D108FEE8-CBFE-9764-1BE7-4ED6B429C712}" dt="2025-03-26T07:33:11.379" v="8" actId="20577"/>
          <ac:spMkLst>
            <pc:docMk/>
            <pc:sldMk cId="3633792269" sldId="265"/>
            <ac:spMk id="2" creationId="{D5612823-ECB3-431B-D76D-D5BA3E6F189B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33:22.723" v="18" actId="20577"/>
        <pc:sldMkLst>
          <pc:docMk/>
          <pc:sldMk cId="3645504157" sldId="266"/>
        </pc:sldMkLst>
        <pc:spChg chg="mod">
          <ac:chgData name="Daniel Alvarez Miguez" userId="S::daniel.alvarez@campusdual.com::a346ad28-f425-4812-960c-980db2264c4d" providerId="AD" clId="Web-{D108FEE8-CBFE-9764-1BE7-4ED6B429C712}" dt="2025-03-26T07:33:22.723" v="18" actId="20577"/>
          <ac:spMkLst>
            <pc:docMk/>
            <pc:sldMk cId="3645504157" sldId="266"/>
            <ac:spMk id="2" creationId="{F5F765B7-879A-E341-F196-495111F48AF0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33:48.286" v="41" actId="20577"/>
        <pc:sldMkLst>
          <pc:docMk/>
          <pc:sldMk cId="3172179078" sldId="267"/>
        </pc:sldMkLst>
        <pc:spChg chg="mod">
          <ac:chgData name="Daniel Alvarez Miguez" userId="S::daniel.alvarez@campusdual.com::a346ad28-f425-4812-960c-980db2264c4d" providerId="AD" clId="Web-{D108FEE8-CBFE-9764-1BE7-4ED6B429C712}" dt="2025-03-26T07:33:48.286" v="41" actId="20577"/>
          <ac:spMkLst>
            <pc:docMk/>
            <pc:sldMk cId="3172179078" sldId="267"/>
            <ac:spMk id="2" creationId="{6266C54D-8396-A044-5463-7FB4991ABEAE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34:01.380" v="51" actId="20577"/>
        <pc:sldMkLst>
          <pc:docMk/>
          <pc:sldMk cId="1925488116" sldId="268"/>
        </pc:sldMkLst>
        <pc:spChg chg="mod">
          <ac:chgData name="Daniel Alvarez Miguez" userId="S::daniel.alvarez@campusdual.com::a346ad28-f425-4812-960c-980db2264c4d" providerId="AD" clId="Web-{D108FEE8-CBFE-9764-1BE7-4ED6B429C712}" dt="2025-03-26T07:34:01.380" v="51" actId="20577"/>
          <ac:spMkLst>
            <pc:docMk/>
            <pc:sldMk cId="1925488116" sldId="268"/>
            <ac:spMk id="2" creationId="{95B91BCD-C4D7-D105-B6DC-8C559C705B9C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53:26.385" v="377" actId="20577"/>
        <pc:sldMkLst>
          <pc:docMk/>
          <pc:sldMk cId="4250914526" sldId="271"/>
        </pc:sldMkLst>
        <pc:spChg chg="mod">
          <ac:chgData name="Daniel Alvarez Miguez" userId="S::daniel.alvarez@campusdual.com::a346ad28-f425-4812-960c-980db2264c4d" providerId="AD" clId="Web-{D108FEE8-CBFE-9764-1BE7-4ED6B429C712}" dt="2025-03-26T07:53:26.385" v="377" actId="20577"/>
          <ac:spMkLst>
            <pc:docMk/>
            <pc:sldMk cId="4250914526" sldId="271"/>
            <ac:spMk id="4" creationId="{9DCD4725-54B4-CF9C-4DEE-442EAEDD34E9}"/>
          </ac:spMkLst>
        </pc:spChg>
        <pc:spChg chg="mod">
          <ac:chgData name="Daniel Alvarez Miguez" userId="S::daniel.alvarez@campusdual.com::a346ad28-f425-4812-960c-980db2264c4d" providerId="AD" clId="Web-{D108FEE8-CBFE-9764-1BE7-4ED6B429C712}" dt="2025-03-26T07:52:29.946" v="352" actId="20577"/>
          <ac:spMkLst>
            <pc:docMk/>
            <pc:sldMk cId="4250914526" sldId="271"/>
            <ac:spMk id="6" creationId="{C0165779-FAFA-56A1-B67F-D314DE8A5E97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33:31.629" v="34" actId="20577"/>
        <pc:sldMkLst>
          <pc:docMk/>
          <pc:sldMk cId="733357321" sldId="273"/>
        </pc:sldMkLst>
        <pc:spChg chg="mod">
          <ac:chgData name="Daniel Alvarez Miguez" userId="S::daniel.alvarez@campusdual.com::a346ad28-f425-4812-960c-980db2264c4d" providerId="AD" clId="Web-{D108FEE8-CBFE-9764-1BE7-4ED6B429C712}" dt="2025-03-26T07:33:31.629" v="34" actId="20577"/>
          <ac:spMkLst>
            <pc:docMk/>
            <pc:sldMk cId="733357321" sldId="273"/>
            <ac:spMk id="2" creationId="{DA4D1314-15AB-E789-E094-A976B385A51F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58:21.925" v="451" actId="20577"/>
        <pc:sldMkLst>
          <pc:docMk/>
          <pc:sldMk cId="3228023989" sldId="275"/>
        </pc:sldMkLst>
        <pc:spChg chg="mod">
          <ac:chgData name="Daniel Alvarez Miguez" userId="S::daniel.alvarez@campusdual.com::a346ad28-f425-4812-960c-980db2264c4d" providerId="AD" clId="Web-{D108FEE8-CBFE-9764-1BE7-4ED6B429C712}" dt="2025-03-26T07:58:21.925" v="451" actId="20577"/>
          <ac:spMkLst>
            <pc:docMk/>
            <pc:sldMk cId="3228023989" sldId="275"/>
            <ac:spMk id="4" creationId="{6E60382E-E5D4-4A88-20C2-5CFBBA4FEBC7}"/>
          </ac:spMkLst>
        </pc:spChg>
        <pc:spChg chg="mod">
          <ac:chgData name="Daniel Alvarez Miguez" userId="S::daniel.alvarez@campusdual.com::a346ad28-f425-4812-960c-980db2264c4d" providerId="AD" clId="Web-{D108FEE8-CBFE-9764-1BE7-4ED6B429C712}" dt="2025-03-26T07:55:57.218" v="412" actId="20577"/>
          <ac:spMkLst>
            <pc:docMk/>
            <pc:sldMk cId="3228023989" sldId="275"/>
            <ac:spMk id="6" creationId="{ED8A19AA-7A2F-63D9-C944-10E3117EE116}"/>
          </ac:spMkLst>
        </pc:spChg>
      </pc:sldChg>
      <pc:sldChg chg="modSp">
        <pc:chgData name="Daniel Alvarez Miguez" userId="S::daniel.alvarez@campusdual.com::a346ad28-f425-4812-960c-980db2264c4d" providerId="AD" clId="Web-{D108FEE8-CBFE-9764-1BE7-4ED6B429C712}" dt="2025-03-26T07:58:53.848" v="457" actId="20577"/>
        <pc:sldMkLst>
          <pc:docMk/>
          <pc:sldMk cId="840023469" sldId="276"/>
        </pc:sldMkLst>
        <pc:spChg chg="mod">
          <ac:chgData name="Daniel Alvarez Miguez" userId="S::daniel.alvarez@campusdual.com::a346ad28-f425-4812-960c-980db2264c4d" providerId="AD" clId="Web-{D108FEE8-CBFE-9764-1BE7-4ED6B429C712}" dt="2025-03-26T07:58:53.848" v="457" actId="20577"/>
          <ac:spMkLst>
            <pc:docMk/>
            <pc:sldMk cId="840023469" sldId="276"/>
            <ac:spMk id="4" creationId="{AD109F57-035F-5B12-981D-A89807122E99}"/>
          </ac:spMkLst>
        </pc:spChg>
        <pc:spChg chg="mod">
          <ac:chgData name="Daniel Alvarez Miguez" userId="S::daniel.alvarez@campusdual.com::a346ad28-f425-4812-960c-980db2264c4d" providerId="AD" clId="Web-{D108FEE8-CBFE-9764-1BE7-4ED6B429C712}" dt="2025-03-26T07:57:41.861" v="446" actId="20577"/>
          <ac:spMkLst>
            <pc:docMk/>
            <pc:sldMk cId="840023469" sldId="276"/>
            <ac:spMk id="7" creationId="{9A7747C3-F39A-1F10-1C48-14C45703593F}"/>
          </ac:spMkLst>
        </pc:spChg>
      </pc:sldChg>
    </pc:docChg>
  </pc:docChgLst>
  <pc:docChgLst>
    <pc:chgData clId="Web-{D095C372-A77F-3BF1-A30E-4CACC0C1F248}"/>
    <pc:docChg chg="modSld">
      <pc:chgData name="" userId="" providerId="" clId="Web-{D095C372-A77F-3BF1-A30E-4CACC0C1F248}" dt="2025-03-24T17:03:07.012" v="0" actId="20577"/>
      <pc:docMkLst>
        <pc:docMk/>
      </pc:docMkLst>
      <pc:sldChg chg="modSp">
        <pc:chgData name="" userId="" providerId="" clId="Web-{D095C372-A77F-3BF1-A30E-4CACC0C1F248}" dt="2025-03-24T17:03:07.012" v="0" actId="20577"/>
        <pc:sldMkLst>
          <pc:docMk/>
          <pc:sldMk cId="1827897866" sldId="262"/>
        </pc:sldMkLst>
        <pc:spChg chg="mod">
          <ac:chgData name="" userId="" providerId="" clId="Web-{D095C372-A77F-3BF1-A30E-4CACC0C1F248}" dt="2025-03-24T17:03:07.012" v="0" actId="20577"/>
          <ac:spMkLst>
            <pc:docMk/>
            <pc:sldMk cId="1827897866" sldId="262"/>
            <ac:spMk id="2" creationId="{65920962-9F93-41C3-0227-F28D61570437}"/>
          </ac:spMkLst>
        </pc:spChg>
      </pc:sldChg>
    </pc:docChg>
  </pc:docChgLst>
  <pc:docChgLst>
    <pc:chgData name="Daniel Alvarez Miguez" userId="a346ad28-f425-4812-960c-980db2264c4d" providerId="ADAL" clId="{2D17A58B-FC0F-6A4C-9A16-22CB04B68CD6}"/>
    <pc:docChg chg="modSld">
      <pc:chgData name="Daniel Alvarez Miguez" userId="a346ad28-f425-4812-960c-980db2264c4d" providerId="ADAL" clId="{2D17A58B-FC0F-6A4C-9A16-22CB04B68CD6}" dt="2025-03-24T17:54:19.780" v="12" actId="1076"/>
      <pc:docMkLst>
        <pc:docMk/>
      </pc:docMkLst>
      <pc:sldChg chg="modSp">
        <pc:chgData name="Daniel Alvarez Miguez" userId="a346ad28-f425-4812-960c-980db2264c4d" providerId="ADAL" clId="{2D17A58B-FC0F-6A4C-9A16-22CB04B68CD6}" dt="2025-03-24T17:53:07.133" v="11" actId="1076"/>
        <pc:sldMkLst>
          <pc:docMk/>
          <pc:sldMk cId="2117570160" sldId="260"/>
        </pc:sldMkLst>
        <pc:spChg chg="mod">
          <ac:chgData name="Daniel Alvarez Miguez" userId="a346ad28-f425-4812-960c-980db2264c4d" providerId="ADAL" clId="{2D17A58B-FC0F-6A4C-9A16-22CB04B68CD6}" dt="2025-03-24T17:53:07.133" v="11" actId="1076"/>
          <ac:spMkLst>
            <pc:docMk/>
            <pc:sldMk cId="2117570160" sldId="260"/>
            <ac:spMk id="2" creationId="{396BAAC5-098F-56C0-0E99-D83363B2663B}"/>
          </ac:spMkLst>
        </pc:spChg>
      </pc:sldChg>
      <pc:sldChg chg="modSp">
        <pc:chgData name="Daniel Alvarez Miguez" userId="a346ad28-f425-4812-960c-980db2264c4d" providerId="ADAL" clId="{2D17A58B-FC0F-6A4C-9A16-22CB04B68CD6}" dt="2025-03-24T17:50:35.904" v="0" actId="1076"/>
        <pc:sldMkLst>
          <pc:docMk/>
          <pc:sldMk cId="1312038049" sldId="269"/>
        </pc:sldMkLst>
        <pc:picChg chg="mod">
          <ac:chgData name="Daniel Alvarez Miguez" userId="a346ad28-f425-4812-960c-980db2264c4d" providerId="ADAL" clId="{2D17A58B-FC0F-6A4C-9A16-22CB04B68CD6}" dt="2025-03-24T17:50:35.904" v="0" actId="1076"/>
          <ac:picMkLst>
            <pc:docMk/>
            <pc:sldMk cId="1312038049" sldId="269"/>
            <ac:picMk id="4" creationId="{5875CE9C-20BB-039A-10EC-A7D6F56732D9}"/>
          </ac:picMkLst>
        </pc:picChg>
      </pc:sldChg>
      <pc:sldChg chg="modSp">
        <pc:chgData name="Daniel Alvarez Miguez" userId="a346ad28-f425-4812-960c-980db2264c4d" providerId="ADAL" clId="{2D17A58B-FC0F-6A4C-9A16-22CB04B68CD6}" dt="2025-03-24T17:54:19.780" v="12" actId="1076"/>
        <pc:sldMkLst>
          <pc:docMk/>
          <pc:sldMk cId="336781389" sldId="270"/>
        </pc:sldMkLst>
        <pc:spChg chg="mod">
          <ac:chgData name="Daniel Alvarez Miguez" userId="a346ad28-f425-4812-960c-980db2264c4d" providerId="ADAL" clId="{2D17A58B-FC0F-6A4C-9A16-22CB04B68CD6}" dt="2025-03-24T17:54:19.780" v="12" actId="1076"/>
          <ac:spMkLst>
            <pc:docMk/>
            <pc:sldMk cId="336781389" sldId="270"/>
            <ac:spMk id="2" creationId="{0DC56676-74D9-0DA7-C766-EABA3903E335}"/>
          </ac:spMkLst>
        </pc:spChg>
      </pc:sldChg>
      <pc:sldChg chg="modSp">
        <pc:chgData name="Daniel Alvarez Miguez" userId="a346ad28-f425-4812-960c-980db2264c4d" providerId="ADAL" clId="{2D17A58B-FC0F-6A4C-9A16-22CB04B68CD6}" dt="2025-03-24T17:51:10.347" v="3" actId="1076"/>
        <pc:sldMkLst>
          <pc:docMk/>
          <pc:sldMk cId="4250914526" sldId="271"/>
        </pc:sldMkLst>
        <pc:spChg chg="mod">
          <ac:chgData name="Daniel Alvarez Miguez" userId="a346ad28-f425-4812-960c-980db2264c4d" providerId="ADAL" clId="{2D17A58B-FC0F-6A4C-9A16-22CB04B68CD6}" dt="2025-03-24T17:51:10.347" v="3" actId="1076"/>
          <ac:spMkLst>
            <pc:docMk/>
            <pc:sldMk cId="4250914526" sldId="271"/>
            <ac:spMk id="4" creationId="{9DCD4725-54B4-CF9C-4DEE-442EAEDD34E9}"/>
          </ac:spMkLst>
        </pc:spChg>
        <pc:spChg chg="mod">
          <ac:chgData name="Daniel Alvarez Miguez" userId="a346ad28-f425-4812-960c-980db2264c4d" providerId="ADAL" clId="{2D17A58B-FC0F-6A4C-9A16-22CB04B68CD6}" dt="2025-03-24T17:50:53.197" v="2" actId="1076"/>
          <ac:spMkLst>
            <pc:docMk/>
            <pc:sldMk cId="4250914526" sldId="271"/>
            <ac:spMk id="6" creationId="{C0165779-FAFA-56A1-B67F-D314DE8A5E97}"/>
          </ac:spMkLst>
        </pc:spChg>
      </pc:sldChg>
      <pc:sldChg chg="modSp">
        <pc:chgData name="Daniel Alvarez Miguez" userId="a346ad28-f425-4812-960c-980db2264c4d" providerId="ADAL" clId="{2D17A58B-FC0F-6A4C-9A16-22CB04B68CD6}" dt="2025-03-24T17:51:35.157" v="6" actId="1076"/>
        <pc:sldMkLst>
          <pc:docMk/>
          <pc:sldMk cId="3228023989" sldId="275"/>
        </pc:sldMkLst>
        <pc:spChg chg="mod">
          <ac:chgData name="Daniel Alvarez Miguez" userId="a346ad28-f425-4812-960c-980db2264c4d" providerId="ADAL" clId="{2D17A58B-FC0F-6A4C-9A16-22CB04B68CD6}" dt="2025-03-24T17:51:35.157" v="6" actId="1076"/>
          <ac:spMkLst>
            <pc:docMk/>
            <pc:sldMk cId="3228023989" sldId="275"/>
            <ac:spMk id="4" creationId="{6E60382E-E5D4-4A88-20C2-5CFBBA4FEBC7}"/>
          </ac:spMkLst>
        </pc:spChg>
        <pc:spChg chg="mod">
          <ac:chgData name="Daniel Alvarez Miguez" userId="a346ad28-f425-4812-960c-980db2264c4d" providerId="ADAL" clId="{2D17A58B-FC0F-6A4C-9A16-22CB04B68CD6}" dt="2025-03-24T17:51:25.843" v="5" actId="1076"/>
          <ac:spMkLst>
            <pc:docMk/>
            <pc:sldMk cId="3228023989" sldId="275"/>
            <ac:spMk id="6" creationId="{ED8A19AA-7A2F-63D9-C944-10E3117EE116}"/>
          </ac:spMkLst>
        </pc:spChg>
      </pc:sldChg>
      <pc:sldChg chg="modSp">
        <pc:chgData name="Daniel Alvarez Miguez" userId="a346ad28-f425-4812-960c-980db2264c4d" providerId="ADAL" clId="{2D17A58B-FC0F-6A4C-9A16-22CB04B68CD6}" dt="2025-03-24T17:52:15.695" v="10" actId="1076"/>
        <pc:sldMkLst>
          <pc:docMk/>
          <pc:sldMk cId="840023469" sldId="276"/>
        </pc:sldMkLst>
        <pc:spChg chg="mod">
          <ac:chgData name="Daniel Alvarez Miguez" userId="a346ad28-f425-4812-960c-980db2264c4d" providerId="ADAL" clId="{2D17A58B-FC0F-6A4C-9A16-22CB04B68CD6}" dt="2025-03-24T17:52:15.695" v="10" actId="1076"/>
          <ac:spMkLst>
            <pc:docMk/>
            <pc:sldMk cId="840023469" sldId="276"/>
            <ac:spMk id="7" creationId="{9A7747C3-F39A-1F10-1C48-14C45703593F}"/>
          </ac:spMkLst>
        </pc:spChg>
      </pc:sldChg>
    </pc:docChg>
  </pc:docChgLst>
  <pc:docChgLst>
    <pc:chgData name="Daniel Alvarez Miguez" userId="S::daniel.alvarez@campusdual.com::a346ad28-f425-4812-960c-980db2264c4d" providerId="AD" clId="Web-{B012FD46-2F87-D24B-80EB-4B7C194FA9C5}"/>
    <pc:docChg chg="modSld sldOrd">
      <pc:chgData name="Daniel Alvarez Miguez" userId="S::daniel.alvarez@campusdual.com::a346ad28-f425-4812-960c-980db2264c4d" providerId="AD" clId="Web-{B012FD46-2F87-D24B-80EB-4B7C194FA9C5}" dt="2025-03-25T09:28:18.467" v="125" actId="20577"/>
      <pc:docMkLst>
        <pc:docMk/>
      </pc:docMkLst>
      <pc:sldChg chg="modSp">
        <pc:chgData name="Daniel Alvarez Miguez" userId="S::daniel.alvarez@campusdual.com::a346ad28-f425-4812-960c-980db2264c4d" providerId="AD" clId="Web-{B012FD46-2F87-D24B-80EB-4B7C194FA9C5}" dt="2025-03-25T09:18:01.508" v="79" actId="20577"/>
        <pc:sldMkLst>
          <pc:docMk/>
          <pc:sldMk cId="2117570160" sldId="260"/>
        </pc:sldMkLst>
        <pc:spChg chg="mod">
          <ac:chgData name="Daniel Alvarez Miguez" userId="S::daniel.alvarez@campusdual.com::a346ad28-f425-4812-960c-980db2264c4d" providerId="AD" clId="Web-{B012FD46-2F87-D24B-80EB-4B7C194FA9C5}" dt="2025-03-25T09:18:01.508" v="79" actId="20577"/>
          <ac:spMkLst>
            <pc:docMk/>
            <pc:sldMk cId="2117570160" sldId="260"/>
            <ac:spMk id="2" creationId="{396BAAC5-098F-56C0-0E99-D83363B2663B}"/>
          </ac:spMkLst>
        </pc:spChg>
      </pc:sldChg>
      <pc:sldChg chg="addSp delSp modSp">
        <pc:chgData name="Daniel Alvarez Miguez" userId="S::daniel.alvarez@campusdual.com::a346ad28-f425-4812-960c-980db2264c4d" providerId="AD" clId="Web-{B012FD46-2F87-D24B-80EB-4B7C194FA9C5}" dt="2025-03-25T07:59:27.395" v="21" actId="14100"/>
        <pc:sldMkLst>
          <pc:docMk/>
          <pc:sldMk cId="1270929566" sldId="261"/>
        </pc:sldMkLst>
        <pc:picChg chg="add del mod">
          <ac:chgData name="Daniel Alvarez Miguez" userId="S::daniel.alvarez@campusdual.com::a346ad28-f425-4812-960c-980db2264c4d" providerId="AD" clId="Web-{B012FD46-2F87-D24B-80EB-4B7C194FA9C5}" dt="2025-03-25T07:58:34.893" v="11"/>
          <ac:picMkLst>
            <pc:docMk/>
            <pc:sldMk cId="1270929566" sldId="261"/>
            <ac:picMk id="2" creationId="{050CF47A-7A2D-E506-63F6-975794FC09BF}"/>
          </ac:picMkLst>
        </pc:picChg>
        <pc:picChg chg="add del mod">
          <ac:chgData name="Daniel Alvarez Miguez" userId="S::daniel.alvarez@campusdual.com::a346ad28-f425-4812-960c-980db2264c4d" providerId="AD" clId="Web-{B012FD46-2F87-D24B-80EB-4B7C194FA9C5}" dt="2025-03-25T07:58:50.441" v="13"/>
          <ac:picMkLst>
            <pc:docMk/>
            <pc:sldMk cId="1270929566" sldId="261"/>
            <ac:picMk id="4" creationId="{441446A1-7A93-A965-B80D-D80C66E9E9AE}"/>
          </ac:picMkLst>
        </pc:picChg>
        <pc:picChg chg="add del mod">
          <ac:chgData name="Daniel Alvarez Miguez" userId="S::daniel.alvarez@campusdual.com::a346ad28-f425-4812-960c-980db2264c4d" providerId="AD" clId="Web-{B012FD46-2F87-D24B-80EB-4B7C194FA9C5}" dt="2025-03-25T07:59:00.831" v="15"/>
          <ac:picMkLst>
            <pc:docMk/>
            <pc:sldMk cId="1270929566" sldId="261"/>
            <ac:picMk id="6" creationId="{DD74B2F8-5DC3-E02E-D0FC-F478E56A924F}"/>
          </ac:picMkLst>
        </pc:picChg>
        <pc:picChg chg="add mod">
          <ac:chgData name="Daniel Alvarez Miguez" userId="S::daniel.alvarez@campusdual.com::a346ad28-f425-4812-960c-980db2264c4d" providerId="AD" clId="Web-{B012FD46-2F87-D24B-80EB-4B7C194FA9C5}" dt="2025-03-25T07:59:27.395" v="21" actId="14100"/>
          <ac:picMkLst>
            <pc:docMk/>
            <pc:sldMk cId="1270929566" sldId="261"/>
            <ac:picMk id="7" creationId="{2C2E7930-1619-E4EE-D2F7-F46AF403A467}"/>
          </ac:picMkLst>
        </pc:picChg>
      </pc:sldChg>
      <pc:sldChg chg="addSp delSp modSp">
        <pc:chgData name="Daniel Alvarez Miguez" userId="S::daniel.alvarez@campusdual.com::a346ad28-f425-4812-960c-980db2264c4d" providerId="AD" clId="Web-{B012FD46-2F87-D24B-80EB-4B7C194FA9C5}" dt="2025-03-25T07:57:16.375" v="10" actId="14100"/>
        <pc:sldMkLst>
          <pc:docMk/>
          <pc:sldMk cId="1827897866" sldId="262"/>
        </pc:sldMkLst>
        <pc:spChg chg="del">
          <ac:chgData name="Daniel Alvarez Miguez" userId="S::daniel.alvarez@campusdual.com::a346ad28-f425-4812-960c-980db2264c4d" providerId="AD" clId="Web-{B012FD46-2F87-D24B-80EB-4B7C194FA9C5}" dt="2025-03-25T07:42:13.875" v="1"/>
          <ac:spMkLst>
            <pc:docMk/>
            <pc:sldMk cId="1827897866" sldId="262"/>
            <ac:spMk id="2" creationId="{65920962-9F93-41C3-0227-F28D61570437}"/>
          </ac:spMkLst>
        </pc:spChg>
        <pc:spChg chg="add del mod">
          <ac:chgData name="Daniel Alvarez Miguez" userId="S::daniel.alvarez@campusdual.com::a346ad28-f425-4812-960c-980db2264c4d" providerId="AD" clId="Web-{B012FD46-2F87-D24B-80EB-4B7C194FA9C5}" dt="2025-03-25T07:43:58.691" v="2"/>
          <ac:spMkLst>
            <pc:docMk/>
            <pc:sldMk cId="1827897866" sldId="262"/>
            <ac:spMk id="4" creationId="{ABA6BF3C-6560-0FF6-B647-2AD1310AE392}"/>
          </ac:spMkLst>
        </pc:spChg>
        <pc:picChg chg="add mod">
          <ac:chgData name="Daniel Alvarez Miguez" userId="S::daniel.alvarez@campusdual.com::a346ad28-f425-4812-960c-980db2264c4d" providerId="AD" clId="Web-{B012FD46-2F87-D24B-80EB-4B7C194FA9C5}" dt="2025-03-25T07:57:16.375" v="10" actId="14100"/>
          <ac:picMkLst>
            <pc:docMk/>
            <pc:sldMk cId="1827897866" sldId="262"/>
            <ac:picMk id="5" creationId="{123C84F8-8213-115A-6342-5E52FD9003CD}"/>
          </ac:picMkLst>
        </pc:picChg>
      </pc:sldChg>
      <pc:sldChg chg="modSp">
        <pc:chgData name="Daniel Alvarez Miguez" userId="S::daniel.alvarez@campusdual.com::a346ad28-f425-4812-960c-980db2264c4d" providerId="AD" clId="Web-{B012FD46-2F87-D24B-80EB-4B7C194FA9C5}" dt="2025-03-25T09:27:21.903" v="105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B012FD46-2F87-D24B-80EB-4B7C194FA9C5}" dt="2025-03-25T09:17:43.273" v="77" actId="20577"/>
          <ac:spMkLst>
            <pc:docMk/>
            <pc:sldMk cId="3524099" sldId="263"/>
            <ac:spMk id="4" creationId="{AE14B8D8-AC69-3E47-8916-B65041291222}"/>
          </ac:spMkLst>
        </pc:spChg>
        <pc:spChg chg="mod">
          <ac:chgData name="Daniel Alvarez Miguez" userId="S::daniel.alvarez@campusdual.com::a346ad28-f425-4812-960c-980db2264c4d" providerId="AD" clId="Web-{B012FD46-2F87-D24B-80EB-4B7C194FA9C5}" dt="2025-03-25T09:27:21.903" v="105" actId="20577"/>
          <ac:spMkLst>
            <pc:docMk/>
            <pc:sldMk cId="3524099" sldId="263"/>
            <ac:spMk id="5" creationId="{618988AE-B4E7-4A11-A90F-B9F064A402FB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7:26.434" v="106" actId="20577"/>
        <pc:sldMkLst>
          <pc:docMk/>
          <pc:sldMk cId="3777948448" sldId="264"/>
        </pc:sldMkLst>
        <pc:spChg chg="mod">
          <ac:chgData name="Daniel Alvarez Miguez" userId="S::daniel.alvarez@campusdual.com::a346ad28-f425-4812-960c-980db2264c4d" providerId="AD" clId="Web-{B012FD46-2F87-D24B-80EB-4B7C194FA9C5}" dt="2025-03-25T09:27:26.434" v="106" actId="20577"/>
          <ac:spMkLst>
            <pc:docMk/>
            <pc:sldMk cId="3777948448" sldId="264"/>
            <ac:spMk id="5" creationId="{E568E315-E498-5182-F6F1-3E332B7FDB35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7:34.481" v="108" actId="20577"/>
        <pc:sldMkLst>
          <pc:docMk/>
          <pc:sldMk cId="3633792269" sldId="265"/>
        </pc:sldMkLst>
        <pc:spChg chg="mod">
          <ac:chgData name="Daniel Alvarez Miguez" userId="S::daniel.alvarez@campusdual.com::a346ad28-f425-4812-960c-980db2264c4d" providerId="AD" clId="Web-{B012FD46-2F87-D24B-80EB-4B7C194FA9C5}" dt="2025-03-25T09:27:34.481" v="108" actId="20577"/>
          <ac:spMkLst>
            <pc:docMk/>
            <pc:sldMk cId="3633792269" sldId="265"/>
            <ac:spMk id="5" creationId="{C7A2BFD1-FEAF-CF99-F049-5EBB37C26D42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7:41.763" v="110" actId="20577"/>
        <pc:sldMkLst>
          <pc:docMk/>
          <pc:sldMk cId="3645504157" sldId="266"/>
        </pc:sldMkLst>
        <pc:spChg chg="mod">
          <ac:chgData name="Daniel Alvarez Miguez" userId="S::daniel.alvarez@campusdual.com::a346ad28-f425-4812-960c-980db2264c4d" providerId="AD" clId="Web-{B012FD46-2F87-D24B-80EB-4B7C194FA9C5}" dt="2025-03-25T09:27:41.763" v="110" actId="20577"/>
          <ac:spMkLst>
            <pc:docMk/>
            <pc:sldMk cId="3645504157" sldId="266"/>
            <ac:spMk id="5" creationId="{EAABB138-5B7C-D6E5-82CC-7C22E0565AD5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7:49.279" v="114" actId="20577"/>
        <pc:sldMkLst>
          <pc:docMk/>
          <pc:sldMk cId="3172179078" sldId="267"/>
        </pc:sldMkLst>
        <pc:spChg chg="mod">
          <ac:chgData name="Daniel Alvarez Miguez" userId="S::daniel.alvarez@campusdual.com::a346ad28-f425-4812-960c-980db2264c4d" providerId="AD" clId="Web-{B012FD46-2F87-D24B-80EB-4B7C194FA9C5}" dt="2025-03-25T09:27:49.279" v="114" actId="20577"/>
          <ac:spMkLst>
            <pc:docMk/>
            <pc:sldMk cId="3172179078" sldId="267"/>
            <ac:spMk id="5" creationId="{52087602-3418-9467-7870-EA1A6C23D15A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7:52.107" v="116" actId="20577"/>
        <pc:sldMkLst>
          <pc:docMk/>
          <pc:sldMk cId="1925488116" sldId="268"/>
        </pc:sldMkLst>
        <pc:spChg chg="mod">
          <ac:chgData name="Daniel Alvarez Miguez" userId="S::daniel.alvarez@campusdual.com::a346ad28-f425-4812-960c-980db2264c4d" providerId="AD" clId="Web-{B012FD46-2F87-D24B-80EB-4B7C194FA9C5}" dt="2025-03-25T09:27:52.107" v="116" actId="20577"/>
          <ac:spMkLst>
            <pc:docMk/>
            <pc:sldMk cId="1925488116" sldId="268"/>
            <ac:spMk id="5" creationId="{0DB5D0CD-6C88-A39D-7EDB-DD28680785EE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8:04.232" v="121" actId="20577"/>
        <pc:sldMkLst>
          <pc:docMk/>
          <pc:sldMk cId="1312038049" sldId="269"/>
        </pc:sldMkLst>
        <pc:spChg chg="mod">
          <ac:chgData name="Daniel Alvarez Miguez" userId="S::daniel.alvarez@campusdual.com::a346ad28-f425-4812-960c-980db2264c4d" providerId="AD" clId="Web-{B012FD46-2F87-D24B-80EB-4B7C194FA9C5}" dt="2025-03-25T09:28:04.232" v="121" actId="20577"/>
          <ac:spMkLst>
            <pc:docMk/>
            <pc:sldMk cId="1312038049" sldId="269"/>
            <ac:spMk id="5" creationId="{5254AB5E-E517-C16D-8241-DB72BD28ADCF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18:11.540" v="81" actId="20577"/>
        <pc:sldMkLst>
          <pc:docMk/>
          <pc:sldMk cId="336781389" sldId="270"/>
        </pc:sldMkLst>
        <pc:spChg chg="mod">
          <ac:chgData name="Daniel Alvarez Miguez" userId="S::daniel.alvarez@campusdual.com::a346ad28-f425-4812-960c-980db2264c4d" providerId="AD" clId="Web-{B012FD46-2F87-D24B-80EB-4B7C194FA9C5}" dt="2025-03-25T09:18:11.540" v="81" actId="20577"/>
          <ac:spMkLst>
            <pc:docMk/>
            <pc:sldMk cId="336781389" sldId="270"/>
            <ac:spMk id="2" creationId="{0DC56676-74D9-0DA7-C766-EABA3903E335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8:08.873" v="122" actId="20577"/>
        <pc:sldMkLst>
          <pc:docMk/>
          <pc:sldMk cId="4250914526" sldId="271"/>
        </pc:sldMkLst>
        <pc:spChg chg="mod">
          <ac:chgData name="Daniel Alvarez Miguez" userId="S::daniel.alvarez@campusdual.com::a346ad28-f425-4812-960c-980db2264c4d" providerId="AD" clId="Web-{B012FD46-2F87-D24B-80EB-4B7C194FA9C5}" dt="2025-03-25T09:28:08.873" v="122" actId="20577"/>
          <ac:spMkLst>
            <pc:docMk/>
            <pc:sldMk cId="4250914526" sldId="271"/>
            <ac:spMk id="5" creationId="{4E23C778-FDA3-D233-B311-4A3491B8444E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7:42.075" v="112" actId="20577"/>
        <pc:sldMkLst>
          <pc:docMk/>
          <pc:sldMk cId="733357321" sldId="273"/>
        </pc:sldMkLst>
        <pc:spChg chg="mod">
          <ac:chgData name="Daniel Alvarez Miguez" userId="S::daniel.alvarez@campusdual.com::a346ad28-f425-4812-960c-980db2264c4d" providerId="AD" clId="Web-{B012FD46-2F87-D24B-80EB-4B7C194FA9C5}" dt="2025-03-25T09:27:42.075" v="112" actId="20577"/>
          <ac:spMkLst>
            <pc:docMk/>
            <pc:sldMk cId="733357321" sldId="273"/>
            <ac:spMk id="5" creationId="{E382B30C-1DB6-65BF-2721-BFA402E43B0B}"/>
          </ac:spMkLst>
        </pc:spChg>
      </pc:sldChg>
      <pc:sldChg chg="addSp modSp ord">
        <pc:chgData name="Daniel Alvarez Miguez" userId="S::daniel.alvarez@campusdual.com::a346ad28-f425-4812-960c-980db2264c4d" providerId="AD" clId="Web-{B012FD46-2F87-D24B-80EB-4B7C194FA9C5}" dt="2025-03-25T09:27:52.951" v="117" actId="20577"/>
        <pc:sldMkLst>
          <pc:docMk/>
          <pc:sldMk cId="2717518539" sldId="274"/>
        </pc:sldMkLst>
        <pc:spChg chg="mod">
          <ac:chgData name="Daniel Alvarez Miguez" userId="S::daniel.alvarez@campusdual.com::a346ad28-f425-4812-960c-980db2264c4d" providerId="AD" clId="Web-{B012FD46-2F87-D24B-80EB-4B7C194FA9C5}" dt="2025-03-25T09:21:36.547" v="86" actId="20577"/>
          <ac:spMkLst>
            <pc:docMk/>
            <pc:sldMk cId="2717518539" sldId="274"/>
            <ac:spMk id="2" creationId="{B36530F0-4006-C549-EBFF-F2DC121E20DA}"/>
          </ac:spMkLst>
        </pc:spChg>
        <pc:spChg chg="mod">
          <ac:chgData name="Daniel Alvarez Miguez" userId="S::daniel.alvarez@campusdual.com::a346ad28-f425-4812-960c-980db2264c4d" providerId="AD" clId="Web-{B012FD46-2F87-D24B-80EB-4B7C194FA9C5}" dt="2025-03-25T09:27:52.951" v="117" actId="20577"/>
          <ac:spMkLst>
            <pc:docMk/>
            <pc:sldMk cId="2717518539" sldId="274"/>
            <ac:spMk id="5" creationId="{5417D3CA-B9FA-69EE-6886-498A83328349}"/>
          </ac:spMkLst>
        </pc:spChg>
        <pc:picChg chg="add mod">
          <ac:chgData name="Daniel Alvarez Miguez" userId="S::daniel.alvarez@campusdual.com::a346ad28-f425-4812-960c-980db2264c4d" providerId="AD" clId="Web-{B012FD46-2F87-D24B-80EB-4B7C194FA9C5}" dt="2025-03-25T09:22:39.596" v="91" actId="14100"/>
          <ac:picMkLst>
            <pc:docMk/>
            <pc:sldMk cId="2717518539" sldId="274"/>
            <ac:picMk id="4" creationId="{69B5662C-B5F7-E084-F601-C5EA7732E88C}"/>
          </ac:picMkLst>
        </pc:picChg>
        <pc:picChg chg="mod">
          <ac:chgData name="Daniel Alvarez Miguez" userId="S::daniel.alvarez@campusdual.com::a346ad28-f425-4812-960c-980db2264c4d" providerId="AD" clId="Web-{B012FD46-2F87-D24B-80EB-4B7C194FA9C5}" dt="2025-03-25T09:21:45.047" v="88" actId="14100"/>
          <ac:picMkLst>
            <pc:docMk/>
            <pc:sldMk cId="2717518539" sldId="274"/>
            <ac:picMk id="6" creationId="{2B705D27-7D5A-5134-7EC6-B807D03C6E69}"/>
          </ac:picMkLst>
        </pc:picChg>
      </pc:sldChg>
      <pc:sldChg chg="modSp">
        <pc:chgData name="Daniel Alvarez Miguez" userId="S::daniel.alvarez@campusdual.com::a346ad28-f425-4812-960c-980db2264c4d" providerId="AD" clId="Web-{B012FD46-2F87-D24B-80EB-4B7C194FA9C5}" dt="2025-03-25T09:28:15.217" v="124" actId="20577"/>
        <pc:sldMkLst>
          <pc:docMk/>
          <pc:sldMk cId="3228023989" sldId="275"/>
        </pc:sldMkLst>
        <pc:spChg chg="mod">
          <ac:chgData name="Daniel Alvarez Miguez" userId="S::daniel.alvarez@campusdual.com::a346ad28-f425-4812-960c-980db2264c4d" providerId="AD" clId="Web-{B012FD46-2F87-D24B-80EB-4B7C194FA9C5}" dt="2025-03-25T09:28:15.217" v="124" actId="20577"/>
          <ac:spMkLst>
            <pc:docMk/>
            <pc:sldMk cId="3228023989" sldId="275"/>
            <ac:spMk id="5" creationId="{C404B5AA-C803-5645-A91C-962D88BAA866}"/>
          </ac:spMkLst>
        </pc:spChg>
      </pc:sldChg>
      <pc:sldChg chg="modSp">
        <pc:chgData name="Daniel Alvarez Miguez" userId="S::daniel.alvarez@campusdual.com::a346ad28-f425-4812-960c-980db2264c4d" providerId="AD" clId="Web-{B012FD46-2F87-D24B-80EB-4B7C194FA9C5}" dt="2025-03-25T09:28:18.467" v="125" actId="20577"/>
        <pc:sldMkLst>
          <pc:docMk/>
          <pc:sldMk cId="840023469" sldId="276"/>
        </pc:sldMkLst>
        <pc:spChg chg="mod">
          <ac:chgData name="Daniel Alvarez Miguez" userId="S::daniel.alvarez@campusdual.com::a346ad28-f425-4812-960c-980db2264c4d" providerId="AD" clId="Web-{B012FD46-2F87-D24B-80EB-4B7C194FA9C5}" dt="2025-03-25T09:28:18.467" v="125" actId="20577"/>
          <ac:spMkLst>
            <pc:docMk/>
            <pc:sldMk cId="840023469" sldId="276"/>
            <ac:spMk id="5" creationId="{5BC506C3-AD96-7FF9-0047-3DAD07AE586D}"/>
          </ac:spMkLst>
        </pc:spChg>
      </pc:sldChg>
    </pc:docChg>
  </pc:docChgLst>
  <pc:docChgLst>
    <pc:chgData name="Daniel Alvarez Miguez" userId="S::daniel.alvarez@campusdual.com::a346ad28-f425-4812-960c-980db2264c4d" providerId="AD" clId="Web-{49F47335-58BC-CEA9-D00F-1642A0D61714}"/>
    <pc:docChg chg="modSld">
      <pc:chgData name="Daniel Alvarez Miguez" userId="S::daniel.alvarez@campusdual.com::a346ad28-f425-4812-960c-980db2264c4d" providerId="AD" clId="Web-{49F47335-58BC-CEA9-D00F-1642A0D61714}" dt="2025-03-26T12:39:49.346" v="0" actId="20577"/>
      <pc:docMkLst>
        <pc:docMk/>
      </pc:docMkLst>
      <pc:sldChg chg="modSp">
        <pc:chgData name="Daniel Alvarez Miguez" userId="S::daniel.alvarez@campusdual.com::a346ad28-f425-4812-960c-980db2264c4d" providerId="AD" clId="Web-{49F47335-58BC-CEA9-D00F-1642A0D61714}" dt="2025-03-26T12:39:49.346" v="0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49F47335-58BC-CEA9-D00F-1642A0D61714}" dt="2025-03-26T12:39:49.346" v="0" actId="20577"/>
          <ac:spMkLst>
            <pc:docMk/>
            <pc:sldMk cId="3524099" sldId="263"/>
            <ac:spMk id="4" creationId="{AE14B8D8-AC69-3E47-8916-B65041291222}"/>
          </ac:spMkLst>
        </pc:spChg>
      </pc:sldChg>
    </pc:docChg>
  </pc:docChgLst>
  <pc:docChgLst>
    <pc:chgData name="Daniel Alvarez Miguez" userId="S::daniel.alvarez@campusdual.com::a346ad28-f425-4812-960c-980db2264c4d" providerId="AD" clId="Web-{0FB48550-0BA0-BC14-E2B3-98244948D547}"/>
    <pc:docChg chg="modSld">
      <pc:chgData name="Daniel Alvarez Miguez" userId="S::daniel.alvarez@campusdual.com::a346ad28-f425-4812-960c-980db2264c4d" providerId="AD" clId="Web-{0FB48550-0BA0-BC14-E2B3-98244948D547}" dt="2025-03-25T10:08:16.018" v="2" actId="20577"/>
      <pc:docMkLst>
        <pc:docMk/>
      </pc:docMkLst>
      <pc:sldChg chg="modSp">
        <pc:chgData name="Daniel Alvarez Miguez" userId="S::daniel.alvarez@campusdual.com::a346ad28-f425-4812-960c-980db2264c4d" providerId="AD" clId="Web-{0FB48550-0BA0-BC14-E2B3-98244948D547}" dt="2025-03-25T09:59:40.269" v="0" actId="20577"/>
        <pc:sldMkLst>
          <pc:docMk/>
          <pc:sldMk cId="2117570160" sldId="260"/>
        </pc:sldMkLst>
        <pc:spChg chg="mod">
          <ac:chgData name="Daniel Alvarez Miguez" userId="S::daniel.alvarez@campusdual.com::a346ad28-f425-4812-960c-980db2264c4d" providerId="AD" clId="Web-{0FB48550-0BA0-BC14-E2B3-98244948D547}" dt="2025-03-25T09:59:40.269" v="0" actId="20577"/>
          <ac:spMkLst>
            <pc:docMk/>
            <pc:sldMk cId="2117570160" sldId="260"/>
            <ac:spMk id="2" creationId="{396BAAC5-098F-56C0-0E99-D83363B2663B}"/>
          </ac:spMkLst>
        </pc:spChg>
      </pc:sldChg>
      <pc:sldChg chg="modSp">
        <pc:chgData name="Daniel Alvarez Miguez" userId="S::daniel.alvarez@campusdual.com::a346ad28-f425-4812-960c-980db2264c4d" providerId="AD" clId="Web-{0FB48550-0BA0-BC14-E2B3-98244948D547}" dt="2025-03-25T10:08:16.018" v="2" actId="20577"/>
        <pc:sldMkLst>
          <pc:docMk/>
          <pc:sldMk cId="3524099" sldId="263"/>
        </pc:sldMkLst>
        <pc:spChg chg="mod">
          <ac:chgData name="Daniel Alvarez Miguez" userId="S::daniel.alvarez@campusdual.com::a346ad28-f425-4812-960c-980db2264c4d" providerId="AD" clId="Web-{0FB48550-0BA0-BC14-E2B3-98244948D547}" dt="2025-03-25T10:08:16.018" v="2" actId="20577"/>
          <ac:spMkLst>
            <pc:docMk/>
            <pc:sldMk cId="3524099" sldId="263"/>
            <ac:spMk id="4" creationId="{AE14B8D8-AC69-3E47-8916-B650412912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B3EA4-DCFB-48BF-B57F-4F5A54BBD405}" type="datetimeFigureOut">
              <a:rPr lang="es-ES" smtClean="0"/>
              <a:t>26/03/2025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1981D-5288-450A-B993-EFBA6A7B06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06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F9480A8-4E32-5771-21E3-6D3F3B2336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" b="8596"/>
          <a:stretch/>
        </p:blipFill>
        <p:spPr>
          <a:xfrm>
            <a:off x="0" y="2009613"/>
            <a:ext cx="7863647" cy="484838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8362453-C5DD-975E-9C26-50FB638F7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50" y="2009613"/>
            <a:ext cx="6750050" cy="212883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6EDF286A-3E11-4229-C645-059130195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50" y="4230527"/>
            <a:ext cx="6750050" cy="77628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E3D477B-E8F9-498A-4AA9-9DCC42B9D9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4" y="766767"/>
            <a:ext cx="3854320" cy="46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73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ada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9349EC5A-FC26-00A9-FAB1-EEFF5B391E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9720" y="0"/>
            <a:ext cx="3543300" cy="6858000"/>
          </a:xfrm>
          <a:prstGeom prst="roundRect">
            <a:avLst>
              <a:gd name="adj" fmla="val 9498"/>
            </a:avLst>
          </a:prstGeom>
          <a:effectLst/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487EA9-FE64-2354-CB23-72B9ABBA5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50" y="2009613"/>
            <a:ext cx="6750050" cy="2128839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E9A034-A969-B406-481D-558E3950D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50" y="4230527"/>
            <a:ext cx="6750050" cy="77628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AABFA72-AAEE-EE96-27C1-EEA353DA0D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4" y="766767"/>
            <a:ext cx="3854320" cy="466722"/>
          </a:xfrm>
          <a:prstGeom prst="rect">
            <a:avLst/>
          </a:prstGeom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6AD0D0C6-293D-3745-4F59-D1442769EF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" b="8596"/>
          <a:stretch/>
        </p:blipFill>
        <p:spPr>
          <a:xfrm>
            <a:off x="0" y="2009613"/>
            <a:ext cx="7863647" cy="48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185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E9A034-A969-B406-481D-558E3950D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450" y="3526369"/>
            <a:ext cx="7785100" cy="4873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AABFA72-AAEE-EE96-27C1-EEA353DA0D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840" y="2951958"/>
            <a:ext cx="3854320" cy="466722"/>
          </a:xfrm>
          <a:prstGeom prst="rect">
            <a:avLst/>
          </a:prstGeom>
        </p:spPr>
      </p:pic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474EEA26-35FD-CE66-7CB1-3E9046C0EC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91" r="16625"/>
          <a:stretch/>
        </p:blipFill>
        <p:spPr>
          <a:xfrm flipV="1">
            <a:off x="5068765" y="3526369"/>
            <a:ext cx="7123235" cy="333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imagen">
    <p:bg>
      <p:bgPr>
        <a:solidFill>
          <a:srgbClr val="C2F4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4">
            <a:extLst>
              <a:ext uri="{FF2B5EF4-FFF2-40B4-BE49-F238E27FC236}">
                <a16:creationId xmlns:a16="http://schemas.microsoft.com/office/drawing/2014/main" id="{5C53CD6B-6163-ED85-B034-AB41C9E6E4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58200" y="0"/>
            <a:ext cx="4044820" cy="6858000"/>
          </a:xfrm>
          <a:prstGeom prst="roundRect">
            <a:avLst>
              <a:gd name="adj" fmla="val 10301"/>
            </a:avLst>
          </a:prstGeom>
          <a:effectLst/>
        </p:spPr>
        <p:txBody>
          <a:bodyPr/>
          <a:lstStyle/>
          <a:p>
            <a:endParaRPr lang="es-E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1DDE189-DAAA-9E69-EE99-A9A782044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637" y="3536688"/>
            <a:ext cx="6338182" cy="8569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8D08313-4942-91B9-DC5C-05B043703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6641" y="2962278"/>
            <a:ext cx="3854320" cy="466722"/>
          </a:xfrm>
          <a:prstGeom prst="rect">
            <a:avLst/>
          </a:prstGeom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AEF3E2B-5469-E547-EE76-BF52955FFA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" b="8596"/>
          <a:stretch/>
        </p:blipFill>
        <p:spPr>
          <a:xfrm>
            <a:off x="0" y="2009613"/>
            <a:ext cx="7863647" cy="48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52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ásica sol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9202E0B8-16AE-8FCE-471F-9C0236BB7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97FFD2A-8366-53B1-D61C-E606EFE1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BF0827-72E2-FB66-5360-CDAE4EC37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6674A8-6408-1422-6700-D100B7F587D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F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E7E3B7-13A8-19D0-74BF-76B61627A6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308B1B7B-66AC-CA74-8806-6D5DE0484C53}"/>
              </a:ext>
            </a:extLst>
          </p:cNvPr>
          <p:cNvSpPr txBox="1">
            <a:spLocks/>
          </p:cNvSpPr>
          <p:nvPr userDrawn="1"/>
        </p:nvSpPr>
        <p:spPr>
          <a:xfrm>
            <a:off x="838200" y="373857"/>
            <a:ext cx="10515600" cy="36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1400" b="0" i="1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33EDC05F-6FA1-9B84-E5B8-D66A382285A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744AB8-AF87-AA09-30D6-DDA67B0B85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C03076A-DB84-4761-B573-3C1965E12D54}"/>
              </a:ext>
            </a:extLst>
          </p:cNvPr>
          <p:cNvCxnSpPr>
            <a:cxnSpLocks/>
          </p:cNvCxnSpPr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91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C5CD48F-9FE2-9031-4F89-D79FDABFD5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6222A19-AA48-09E9-B8DE-6E05F52DF1C7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15788F-087F-D79A-A328-02010E5B2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0"/>
            <a:ext cx="10515600" cy="8334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ADD0F9F-7335-50CE-9C7B-7C137BEBC4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5" name="Marcador de número de diapositiva 6">
            <a:extLst>
              <a:ext uri="{FF2B5EF4-FFF2-40B4-BE49-F238E27FC236}">
                <a16:creationId xmlns:a16="http://schemas.microsoft.com/office/drawing/2014/main" id="{D4F727E4-2085-9FA6-3517-644583BC0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11A54D-0FFE-0833-9046-3A61C08622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67F0B1E-9086-15D2-B270-DCD02DEB72B6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12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74B7EF8-D018-35F9-E99A-78A3F8136A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4A40A23-4EBD-F5EE-1F41-A896AC867411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Marcador de texto 3">
            <a:extLst>
              <a:ext uri="{FF2B5EF4-FFF2-40B4-BE49-F238E27FC236}">
                <a16:creationId xmlns:a16="http://schemas.microsoft.com/office/drawing/2014/main" id="{99BE4C16-FAC7-9970-8FF2-E448D41A7A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8" name="Marcador de número de diapositiva 6">
            <a:extLst>
              <a:ext uri="{FF2B5EF4-FFF2-40B4-BE49-F238E27FC236}">
                <a16:creationId xmlns:a16="http://schemas.microsoft.com/office/drawing/2014/main" id="{E3CAB52D-A37A-D599-58B0-E4C7FE7FF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1EB0E7-721D-0F13-005C-3FA463D269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ECEDF62-7326-F106-3131-E43511ACFAA6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51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D55525D-ACEA-8EE2-3567-62771D927F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8E2B4E-BD97-1C58-C92C-35856C593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6787"/>
            <a:ext cx="4887912" cy="3632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FC22B14-06C5-1768-8001-54EB3546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2375"/>
            <a:ext cx="4887912" cy="91415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166CCBF1-0534-C3F7-B25D-9AC9350575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11" name="Marcador de número de diapositiva 6">
            <a:extLst>
              <a:ext uri="{FF2B5EF4-FFF2-40B4-BE49-F238E27FC236}">
                <a16:creationId xmlns:a16="http://schemas.microsoft.com/office/drawing/2014/main" id="{F70EC658-2A6E-6C86-B33F-6255FE5A0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388D053-8949-0228-3FE0-4838BC2FA3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BDD2113-C744-342E-1719-8294BB85C058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28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to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91977D2-4163-2BF0-A662-45537340C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8E2B4E-BD97-1C58-C92C-35856C593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" y="0"/>
            <a:ext cx="5977079" cy="6857999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45288" y="2236786"/>
            <a:ext cx="4887912" cy="36322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DE4D93F8-68AD-9495-1F9A-7CF61B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3700" y="1028822"/>
            <a:ext cx="4887912" cy="91415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E9450454-4AAE-7726-8958-D38E2B951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3700" y="330200"/>
            <a:ext cx="4887912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5" name="Marcador de número de diapositiva 6">
            <a:extLst>
              <a:ext uri="{FF2B5EF4-FFF2-40B4-BE49-F238E27FC236}">
                <a16:creationId xmlns:a16="http://schemas.microsoft.com/office/drawing/2014/main" id="{28BC3874-0850-52A8-DC5B-36BE52A19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4B22B2-5F05-0B2D-5236-0A39C6961E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D6314E7-B093-763A-B25F-006E6052C15A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27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izquierd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CC7D09F-8F76-559A-472E-6952587C2A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26228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CBB164-0D5E-88D7-0187-B7C2084E0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9322024A-5A26-89BF-2510-70B06814FF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8FE539-8534-A7EC-F1E1-8391ABBB11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6154B43-44FB-255D-D098-BEE823AD85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54E7F40-82C8-F658-D2AB-8A9B8E2F4CEF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03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derech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050513-11DE-6BED-85FC-4D2CED217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256" y="888999"/>
            <a:ext cx="3932237" cy="136071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CBB164-0D5E-88D7-0187-B7C2084E0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3758" y="888999"/>
            <a:ext cx="6172200" cy="49799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3256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51FF501B-9018-7667-ADA7-CEB8C03060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73256" y="330200"/>
            <a:ext cx="3980544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11" name="Marcador de número de diapositiva 6">
            <a:extLst>
              <a:ext uri="{FF2B5EF4-FFF2-40B4-BE49-F238E27FC236}">
                <a16:creationId xmlns:a16="http://schemas.microsoft.com/office/drawing/2014/main" id="{4693D23A-5378-CA59-3144-40CA6C9308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D66ADD2-DA59-76C1-E0FA-185FE8141E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9CF92A0-D38E-8263-F231-A864793F6E55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07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izquierd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3B0790F-D206-C91B-7ABC-EFE41023B2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89000"/>
            <a:ext cx="3932237" cy="136071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gráfico 5">
            <a:extLst>
              <a:ext uri="{FF2B5EF4-FFF2-40B4-BE49-F238E27FC236}">
                <a16:creationId xmlns:a16="http://schemas.microsoft.com/office/drawing/2014/main" id="{22B3D291-E57D-AA4A-E187-A53BAB19F73D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181600" y="889000"/>
            <a:ext cx="6170612" cy="497204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15AE9DD7-86DC-F394-69DD-2570B3E4F6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6" name="Marcador de número de diapositiva 6">
            <a:extLst>
              <a:ext uri="{FF2B5EF4-FFF2-40B4-BE49-F238E27FC236}">
                <a16:creationId xmlns:a16="http://schemas.microsoft.com/office/drawing/2014/main" id="{8E55B6C5-62E7-A5F8-F04E-C87384B2A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AFF9E7E-1016-CCEF-D541-95EA40A872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1631009-1E06-5CF3-4D2A-3B7D6210D02A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4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derech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1FE3A16-1C0D-0505-F65A-E8A9E8BC4A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BF7D3D7D-21CD-390B-D6A2-5D0DDE112444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58472" y="888999"/>
            <a:ext cx="6170612" cy="4979988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32B50D-C29B-3891-AF15-2B5EDD51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3256" y="888999"/>
            <a:ext cx="3932237" cy="1360713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0A094-DC40-5091-598E-C98B92296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73256" y="2380342"/>
            <a:ext cx="3932237" cy="34886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368CF3-3B17-49C3-AF4E-BDEC748416B5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DE0A575C-A09D-F265-217B-7CA6660AC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10515600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11" name="Marcador de número de diapositiva 6">
            <a:extLst>
              <a:ext uri="{FF2B5EF4-FFF2-40B4-BE49-F238E27FC236}">
                <a16:creationId xmlns:a16="http://schemas.microsoft.com/office/drawing/2014/main" id="{68C4A732-4EEF-91A1-7721-FEF587F00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A3121BA-D7D3-8610-8EBA-F62E051279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261BF9C-34E2-F194-52DB-817134334F70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00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356CBDB-30B9-6860-6203-BD1A3B614A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6787"/>
            <a:ext cx="4887912" cy="3632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9B66F8A7-D0CE-240E-98A9-D1B85F0E17A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501542" y="373857"/>
            <a:ext cx="5445125" cy="5494338"/>
          </a:xfrm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DD07A7-752B-2121-4A5D-87761D5E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3600"/>
            <a:ext cx="4887912" cy="127207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FEEB7682-7FF1-0754-9C35-C9E235A050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330200"/>
            <a:ext cx="5445125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334CAC-B5AA-E6C8-EB4E-B08E29712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E4448EA-1622-9CB1-F3D7-6C2C006C29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FFF5D9F-2890-FD13-1FCC-EAC52EC6A24D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4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6705F11-BA40-1B2B-C7E8-072C165F07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9B66F8A7-D0CE-240E-98A9-D1B85F0E17A5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84565" y="373857"/>
            <a:ext cx="5445125" cy="5494338"/>
          </a:xfrm>
        </p:spPr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92FC68-AD73-B852-75F4-75D70E23A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5888" y="2235995"/>
            <a:ext cx="4887912" cy="3632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953021-1EA1-6F1B-6AD6-B774D80FC80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DFF5B0-CE61-F1D4-5C11-6DCE94C7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888" y="821126"/>
            <a:ext cx="488791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5DB427B5-07E2-9E89-9024-36F4A71CA9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65888" y="330200"/>
            <a:ext cx="4887912" cy="427038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s-ES" sz="2400" b="1"/>
              <a:t>TEMA</a:t>
            </a:r>
            <a:r>
              <a:rPr lang="es-ES" sz="2400" b="0"/>
              <a:t> | Subtema | </a:t>
            </a:r>
            <a:r>
              <a:rPr lang="es-ES" sz="2400" b="0" i="1"/>
              <a:t>Subtítulo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0A470D-0659-A0DB-4535-E11535C47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674587F-0FCD-1C64-4E57-5101AD04B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6382BC8-B510-9D24-C495-4A0CC4998BFB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2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f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34AE64-7424-1843-EAD8-7B6CF95B6F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9945" y="-2589"/>
            <a:ext cx="2382055" cy="6614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97FFD2A-8366-53B1-D61C-E606EFE14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3375"/>
            <a:ext cx="10515600" cy="77628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s-ES"/>
              <a:t>Bibliografía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BF0827-72E2-FB66-5360-CDAE4EC37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56350"/>
            <a:ext cx="584200" cy="365125"/>
          </a:xfrm>
          <a:prstGeom prst="rect">
            <a:avLst/>
          </a:prstGeom>
          <a:ln>
            <a:noFill/>
          </a:ln>
        </p:spPr>
        <p:txBody>
          <a:bodyPr/>
          <a:lstStyle/>
          <a:p>
            <a:fld id="{7059D2CA-6327-468A-9D6D-2748B5825E69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6674A8-6408-1422-6700-D100B7F587D0}"/>
              </a:ext>
            </a:extLst>
          </p:cNvPr>
          <p:cNvSpPr/>
          <p:nvPr userDrawn="1"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2F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E7E3B7-13A8-19D0-74BF-76B61627A6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183" y="6449228"/>
            <a:ext cx="1472713" cy="179369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308B1B7B-66AC-CA74-8806-6D5DE0484C53}"/>
              </a:ext>
            </a:extLst>
          </p:cNvPr>
          <p:cNvSpPr txBox="1">
            <a:spLocks/>
          </p:cNvSpPr>
          <p:nvPr userDrawn="1"/>
        </p:nvSpPr>
        <p:spPr>
          <a:xfrm>
            <a:off x="838200" y="373857"/>
            <a:ext cx="10515600" cy="361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1400" b="0" i="1"/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33EDC05F-6FA1-9B84-E5B8-D66A382285A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1242513"/>
            <a:ext cx="10515600" cy="495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6A07AC9-A488-44CD-9555-D25FA5977425}"/>
              </a:ext>
            </a:extLst>
          </p:cNvPr>
          <p:cNvCxnSpPr/>
          <p:nvPr userDrawn="1"/>
        </p:nvCxnSpPr>
        <p:spPr>
          <a:xfrm>
            <a:off x="11304267" y="6356349"/>
            <a:ext cx="0" cy="365125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216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7AD2C6-F253-34D4-E7E7-3E18B09B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DCDAC-B4B6-2EB5-488C-27CF52905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16869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0" r:id="rId3"/>
    <p:sldLayoutId id="2147483661" r:id="rId4"/>
    <p:sldLayoutId id="2147483650" r:id="rId5"/>
    <p:sldLayoutId id="2147483654" r:id="rId6"/>
    <p:sldLayoutId id="2147483655" r:id="rId7"/>
    <p:sldLayoutId id="2147483656" r:id="rId8"/>
    <p:sldLayoutId id="2147483659" r:id="rId9"/>
    <p:sldLayoutId id="2147483657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ampusdual-my.sharepoint.com/:u:/p/daniel_alvarez/EWDPfKEv0r5HjaZk67NemtIBnxGbNXFjHPf6y7h52iiXHA?e=Lk4RWV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fabric.microsoft.com/Redirect?action=OpenApp&amp;appId=e18a4255-96e2-4db8-8eac-0aafa955bb63&amp;ctid=a4cd0dbe-124c-4e1d-b4ca-99ca2ba097cf&amp;experience=fabric-developer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El contenido generado por inteligencia artificial puede ser incorrecto.">
            <a:extLst>
              <a:ext uri="{FF2B5EF4-FFF2-40B4-BE49-F238E27FC236}">
                <a16:creationId xmlns:a16="http://schemas.microsoft.com/office/drawing/2014/main" id="{123C84F8-8213-115A-6342-5E52FD90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18" y="1308339"/>
            <a:ext cx="10452338" cy="536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97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CE70A6-CAFA-2567-F422-9B12A2069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988AE-B4E7-4A11-A90F-B9F064A402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INTRODUCCIÓN</a:t>
            </a:r>
            <a:endParaRPr lang="es-ES" err="1"/>
          </a:p>
        </p:txBody>
      </p:sp>
      <p:pic>
        <p:nvPicPr>
          <p:cNvPr id="7" name="Imagen 6" descr="Interfaz de usuario gráfica, Aplicación, Sitio web&#10;&#10;El contenido generado por inteligencia artificial puede ser incorrecto.">
            <a:extLst>
              <a:ext uri="{FF2B5EF4-FFF2-40B4-BE49-F238E27FC236}">
                <a16:creationId xmlns:a16="http://schemas.microsoft.com/office/drawing/2014/main" id="{2C2E7930-1619-E4EE-D2F7-F46AF403A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790221"/>
            <a:ext cx="10159999" cy="555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2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2E468-654B-67C9-9A71-BDD2FB22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Versiones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CE70A6-CAFA-2567-F422-9B12A2069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3</a:t>
            </a:fld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14B8D8-AC69-3E47-8916-B65041291222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1) Cloud en </a:t>
            </a:r>
            <a:r>
              <a:rPr lang="es-ES" dirty="0" err="1"/>
              <a:t>Fabric</a:t>
            </a:r>
            <a:r>
              <a:rPr lang="es-ES" dirty="0"/>
              <a:t> con tablas, medidas y calendario en la nube</a:t>
            </a:r>
            <a:endParaRPr lang="es-ES" dirty="0">
              <a:ea typeface="Roboto"/>
              <a:cs typeface="Roboto"/>
            </a:endParaRPr>
          </a:p>
          <a:p>
            <a:endParaRPr lang="es-ES">
              <a:ea typeface="Roboto"/>
              <a:cs typeface="Roboto"/>
            </a:endParaRPr>
          </a:p>
          <a:p>
            <a:endParaRPr lang="es-ES">
              <a:ea typeface="Roboto"/>
              <a:cs typeface="Roboto"/>
            </a:endParaRPr>
          </a:p>
          <a:p>
            <a:r>
              <a:rPr lang="es-ES" dirty="0"/>
              <a:t>2) </a:t>
            </a:r>
            <a:r>
              <a:rPr lang="es-ES" err="1"/>
              <a:t>On</a:t>
            </a:r>
            <a:r>
              <a:rPr lang="es-ES" dirty="0"/>
              <a:t> </a:t>
            </a:r>
            <a:r>
              <a:rPr lang="es-ES"/>
              <a:t>Premise</a:t>
            </a:r>
            <a:r>
              <a:rPr lang="es-ES" dirty="0"/>
              <a:t>, con todos los datos en la versión Desktop</a:t>
            </a:r>
            <a:endParaRPr lang="es-ES" dirty="0">
              <a:ea typeface="Roboto"/>
              <a:cs typeface="Roboto"/>
            </a:endParaRPr>
          </a:p>
          <a:p>
            <a:pPr marL="0" indent="0">
              <a:buNone/>
            </a:pPr>
            <a:endParaRPr lang="es-ES">
              <a:ea typeface="Roboto"/>
              <a:cs typeface="Roboto"/>
            </a:endParaRPr>
          </a:p>
          <a:p>
            <a:pPr marL="0" indent="0" algn="ctr">
              <a:buNone/>
            </a:pPr>
            <a:r>
              <a:rPr lang="es-ES" sz="2000" dirty="0">
                <a:solidFill>
                  <a:srgbClr val="002060"/>
                </a:solidFill>
                <a:ea typeface="Roboto"/>
                <a:cs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Departamento Ventas.pbix</a:t>
            </a:r>
          </a:p>
          <a:p>
            <a:endParaRPr lang="es-ES">
              <a:ea typeface="Roboto"/>
              <a:cs typeface="Roboto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988AE-B4E7-4A11-A90F-B9F064A402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ARCHIVOS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C2CFB-CA1E-D96D-BCDF-50983DD8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9A71E-B4F6-BF25-3159-4BE51F89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Arquitectura de medallón | </a:t>
            </a:r>
            <a:r>
              <a:rPr lang="es-ES" dirty="0" err="1">
                <a:ea typeface="Roboto"/>
                <a:cs typeface="Roboto"/>
              </a:rPr>
              <a:t>Bronze</a:t>
            </a:r>
            <a:endParaRPr lang="es-ES" dirty="0">
              <a:ea typeface="Roboto"/>
              <a:cs typeface="Robo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9E8AA42-E9CB-1EF6-505E-0B3BEE81D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4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68E315-E498-5182-F6F1-3E332B7FDB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 dirty="0"/>
          </a:p>
        </p:txBody>
      </p:sp>
      <p:pic>
        <p:nvPicPr>
          <p:cNvPr id="4" name="Imagen 3" descr="Imagen que contiene 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1289CFAB-697C-9E38-2096-1C44A9BAF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84" y="5353769"/>
            <a:ext cx="9086850" cy="1000125"/>
          </a:xfrm>
          <a:prstGeom prst="rect">
            <a:avLst/>
          </a:prstGeom>
        </p:spPr>
      </p:pic>
      <p:pic>
        <p:nvPicPr>
          <p:cNvPr id="9" name="Imagen 8" descr="Interfaz de usuario gráfica&#10;&#10;El contenido generado por inteligencia artificial puede ser incorrecto.">
            <a:extLst>
              <a:ext uri="{FF2B5EF4-FFF2-40B4-BE49-F238E27FC236}">
                <a16:creationId xmlns:a16="http://schemas.microsoft.com/office/drawing/2014/main" id="{40566F21-D976-BEBB-BB6F-620375443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836" y="1602177"/>
            <a:ext cx="4186328" cy="363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48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7C7AF-A31F-1E69-FFF5-A761C43B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12823-ECB3-431B-D76D-D5BA3E6F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Arquitectura de medallón | </a:t>
            </a:r>
            <a:r>
              <a:rPr lang="es-ES" dirty="0" err="1">
                <a:ea typeface="Roboto"/>
                <a:cs typeface="Roboto"/>
              </a:rPr>
              <a:t>Bronze</a:t>
            </a:r>
            <a:endParaRPr lang="es-ES" dirty="0">
              <a:ea typeface="Roboto"/>
              <a:cs typeface="Roboto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2DEC772-EAE8-024F-A66C-39EC4CDA6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5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A2BFD1-FEAF-CF99-F049-5EBB37C26D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9E477C-E1D5-9288-1478-EAC847411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512" y="1696709"/>
            <a:ext cx="9692675" cy="465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9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05CE-A03B-F688-520E-57FD76810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765B7-879A-E341-F196-495111F4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Arquitectura de medallón | Silver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DF15A3B-8EDC-34EE-8495-43B82C9132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6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ABB138-5B7C-D6E5-82CC-7C22E0565A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4" name="Imagen 3" descr="Interfaz de usuario gráfica, Texto, Aplicación, Correo electrónico&#10;&#10;El contenido generado por inteligencia artificial puede ser incorrecto.">
            <a:extLst>
              <a:ext uri="{FF2B5EF4-FFF2-40B4-BE49-F238E27FC236}">
                <a16:creationId xmlns:a16="http://schemas.microsoft.com/office/drawing/2014/main" id="{EF1DAA61-B055-FED0-C361-9EF81E4D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016" y="1444655"/>
            <a:ext cx="9861969" cy="475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8790-3C33-7DAF-A5D4-7A7DEDF2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D1314-15AB-E789-E094-A976B385A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Arquitectura de medallón | Silver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93BE579-0B9E-4C6A-6E25-A5D5C0B17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7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82B30C-1DB6-65BF-2721-BFA402E43B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6" name="Imagen 5" descr="Tabla&#10;&#10;El contenido generado por inteligencia artificial puede ser incorrecto.">
            <a:extLst>
              <a:ext uri="{FF2B5EF4-FFF2-40B4-BE49-F238E27FC236}">
                <a16:creationId xmlns:a16="http://schemas.microsoft.com/office/drawing/2014/main" id="{2ACE76B1-AB89-06A0-0089-5B1BC9BD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1716477"/>
            <a:ext cx="54292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5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4774B-916B-E0C7-BDB3-E2C5050F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6C54D-8396-A044-5463-7FB4991A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Arquitectura de medallón | Gold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C9B745-858B-A923-B46D-4EF428590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8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087602-3418-9467-7870-EA1A6C23D1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6" name="Imagen 5" descr="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C8D1DE95-E17C-EEDB-027B-46BAAA177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67" y="1684038"/>
            <a:ext cx="7200900" cy="4410075"/>
          </a:xfrm>
          <a:prstGeom prst="rect">
            <a:avLst/>
          </a:prstGeom>
        </p:spPr>
      </p:pic>
      <p:pic>
        <p:nvPicPr>
          <p:cNvPr id="8" name="Imagen 7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D064214C-339F-F96B-49A1-EB03DB5E0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85" y="1686555"/>
            <a:ext cx="3017627" cy="440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79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1BB4-81B4-E9C1-BC2B-C76BC7F4B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91BCD-C4D7-D105-B6DC-8C559C70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Arquitectura de medallón | Gold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C2EA9A0-AD01-8073-086C-007398DEF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9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B5D0CD-6C88-A39D-7EDB-DD28680785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4" name="Imagen 3" descr="Texto&#10;&#10;El contenido generado por inteligencia artificial puede ser incorrecto.">
            <a:extLst>
              <a:ext uri="{FF2B5EF4-FFF2-40B4-BE49-F238E27FC236}">
                <a16:creationId xmlns:a16="http://schemas.microsoft.com/office/drawing/2014/main" id="{CC114317-F917-C356-9C4A-B6DF62BE2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131" y="1689699"/>
            <a:ext cx="78295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8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BDBD3-6EEB-1767-346B-647FE2FC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530F0-4006-C549-EBFF-F2DC121E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ea typeface="Roboto"/>
                <a:cs typeface="Roboto"/>
              </a:rPr>
              <a:t>Modelo y medidas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B8684A-2EE1-7796-9D51-F774021DD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10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17D3CA-B9FA-69EE-6886-498A833283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CLOUD</a:t>
            </a:r>
            <a:endParaRPr lang="es-E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pic>
        <p:nvPicPr>
          <p:cNvPr id="6" name="Imagen 5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2B705D27-7D5A-5134-7EC6-B807D03C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8" y="1570547"/>
            <a:ext cx="6634612" cy="498211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5662C-B5F7-E084-F601-C5EA7732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680" y="1578274"/>
            <a:ext cx="1962150" cy="495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1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0915-508E-763A-E455-C554F252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81D-884B-AD9B-F8BE-ADD44C4D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FF447A5-C62D-4735-CEB2-BEBFAC9C4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11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54AB5E-E517-C16D-8241-DB72BD28A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ON PREMISE</a:t>
            </a:r>
            <a:endParaRPr lang="es-E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59213C-A4AB-61F0-5813-7E59BB7445F0}"/>
              </a:ext>
            </a:extLst>
          </p:cNvPr>
          <p:cNvSpPr txBox="1"/>
          <p:nvPr/>
        </p:nvSpPr>
        <p:spPr>
          <a:xfrm>
            <a:off x="6169232" y="1687311"/>
            <a:ext cx="5681493" cy="454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/>
          </a:p>
        </p:txBody>
      </p:sp>
      <p:pic>
        <p:nvPicPr>
          <p:cNvPr id="4" name="Imagen 3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5875CE9C-20BB-039A-10EC-A7D6F5673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494" y="1553090"/>
            <a:ext cx="570547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38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55E3-8516-F09A-74E7-E34021BDD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57DE4-AA07-0923-8229-39B25DF3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F7784BF-A541-56F9-273B-70194181CB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12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23C778-FDA3-D233-B311-4A3491B84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VENTAS | ON PREMISE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 dirty="0"/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9DCD4725-54B4-CF9C-4DEE-442EAEDD34E9}"/>
              </a:ext>
            </a:extLst>
          </p:cNvPr>
          <p:cNvSpPr txBox="1"/>
          <p:nvPr/>
        </p:nvSpPr>
        <p:spPr>
          <a:xfrm>
            <a:off x="838200" y="1690688"/>
            <a:ext cx="5045337" cy="31700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 dirty="0">
                <a:ea typeface="+mn-lt"/>
                <a:cs typeface="+mn-lt"/>
              </a:rPr>
              <a:t>---</a:t>
            </a:r>
            <a:r>
              <a:rPr lang="es-ES" sz="800" dirty="0" err="1">
                <a:ea typeface="+mn-lt"/>
                <a:cs typeface="+mn-lt"/>
              </a:rPr>
              <a:t>DimProducto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SELECT 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DISTINCT(</a:t>
            </a:r>
            <a:r>
              <a:rPr lang="es-ES" sz="800" dirty="0" err="1">
                <a:ea typeface="+mn-lt"/>
                <a:cs typeface="+mn-lt"/>
              </a:rPr>
              <a:t>p.ProductID</a:t>
            </a:r>
            <a:r>
              <a:rPr lang="es-ES" sz="800" dirty="0">
                <a:ea typeface="+mn-lt"/>
                <a:cs typeface="+mn-lt"/>
              </a:rPr>
              <a:t>)                  AS </a:t>
            </a:r>
            <a:r>
              <a:rPr lang="es-ES" sz="800" dirty="0" err="1">
                <a:ea typeface="+mn-lt"/>
                <a:cs typeface="+mn-lt"/>
              </a:rPr>
              <a:t>IDProducto</a:t>
            </a:r>
            <a:r>
              <a:rPr lang="es-ES" sz="800" dirty="0">
                <a:ea typeface="+mn-lt"/>
                <a:cs typeface="+mn-lt"/>
              </a:rPr>
              <a:t>,       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p.Name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        AS Producto,        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p.StandardCost</a:t>
            </a:r>
            <a:r>
              <a:rPr lang="es-ES" sz="800" dirty="0">
                <a:ea typeface="+mn-lt"/>
                <a:cs typeface="+mn-lt"/>
              </a:rPr>
              <a:t>                                  AS </a:t>
            </a:r>
            <a:r>
              <a:rPr lang="es-ES" sz="800" dirty="0" err="1">
                <a:ea typeface="+mn-lt"/>
                <a:cs typeface="+mn-lt"/>
              </a:rPr>
              <a:t>PrecioUnitario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 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     WHEN CAST(SUM(</a:t>
            </a:r>
            <a:r>
              <a:rPr lang="es-ES" sz="800" dirty="0" err="1">
                <a:ea typeface="+mn-lt"/>
                <a:cs typeface="+mn-lt"/>
              </a:rPr>
              <a:t>i.Quantity</a:t>
            </a:r>
            <a:r>
              <a:rPr lang="es-ES" sz="800" dirty="0">
                <a:ea typeface="+mn-lt"/>
                <a:cs typeface="+mn-lt"/>
              </a:rPr>
              <a:t>) AS INT) IS NULL THEN 0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     ELSE CAST(SUM(</a:t>
            </a:r>
            <a:r>
              <a:rPr lang="es-ES" sz="800" dirty="0" err="1">
                <a:ea typeface="+mn-lt"/>
                <a:cs typeface="+mn-lt"/>
              </a:rPr>
              <a:t>i.Quantity</a:t>
            </a:r>
            <a:r>
              <a:rPr lang="es-ES" sz="800" dirty="0">
                <a:ea typeface="+mn-lt"/>
                <a:cs typeface="+mn-lt"/>
              </a:rPr>
              <a:t>) AS INT)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       AS Stock,  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CAST(</a:t>
            </a:r>
            <a:r>
              <a:rPr lang="es-ES" sz="800" dirty="0" err="1">
                <a:ea typeface="+mn-lt"/>
                <a:cs typeface="+mn-lt"/>
              </a:rPr>
              <a:t>p.SafetyStockLevel</a:t>
            </a:r>
            <a:r>
              <a:rPr lang="es-ES" sz="800" dirty="0">
                <a:ea typeface="+mn-lt"/>
                <a:cs typeface="+mn-lt"/>
              </a:rPr>
              <a:t> AS INT)        AS </a:t>
            </a:r>
            <a:r>
              <a:rPr lang="es-ES" sz="800" dirty="0" err="1">
                <a:ea typeface="+mn-lt"/>
                <a:cs typeface="+mn-lt"/>
              </a:rPr>
              <a:t>StockSeguridad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 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c.Name</a:t>
            </a:r>
            <a:r>
              <a:rPr lang="es-ES" sz="800" dirty="0">
                <a:ea typeface="+mn-lt"/>
                <a:cs typeface="+mn-lt"/>
              </a:rPr>
              <a:t> IS NULL THEN 'Sin </a:t>
            </a:r>
            <a:r>
              <a:rPr lang="es-ES" sz="800" dirty="0" err="1">
                <a:ea typeface="+mn-lt"/>
                <a:cs typeface="+mn-lt"/>
              </a:rPr>
              <a:t>Categoria</a:t>
            </a:r>
            <a:r>
              <a:rPr lang="es-ES" sz="800" dirty="0">
                <a:ea typeface="+mn-lt"/>
                <a:cs typeface="+mn-lt"/>
              </a:rPr>
              <a:t>'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c.Name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       AS </a:t>
            </a:r>
            <a:r>
              <a:rPr lang="es-ES" sz="800" dirty="0" err="1">
                <a:ea typeface="+mn-lt"/>
                <a:cs typeface="+mn-lt"/>
              </a:rPr>
              <a:t>Categoria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s.Name</a:t>
            </a:r>
            <a:r>
              <a:rPr lang="es-ES" sz="800" dirty="0">
                <a:ea typeface="+mn-lt"/>
                <a:cs typeface="+mn-lt"/>
              </a:rPr>
              <a:t> IS NULL THEN 'Sin </a:t>
            </a:r>
            <a:r>
              <a:rPr lang="es-ES" sz="800" dirty="0" err="1">
                <a:ea typeface="+mn-lt"/>
                <a:cs typeface="+mn-lt"/>
              </a:rPr>
              <a:t>Categoria</a:t>
            </a:r>
            <a:r>
              <a:rPr lang="es-ES" sz="800" dirty="0">
                <a:ea typeface="+mn-lt"/>
                <a:cs typeface="+mn-lt"/>
              </a:rPr>
              <a:t>'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s.Name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       AS </a:t>
            </a:r>
            <a:r>
              <a:rPr lang="es-ES" sz="800" dirty="0" err="1">
                <a:ea typeface="+mn-lt"/>
                <a:cs typeface="+mn-lt"/>
              </a:rPr>
              <a:t>Subcategoria</a:t>
            </a:r>
            <a:endParaRPr lang="es-ES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FROM </a:t>
            </a:r>
            <a:r>
              <a:rPr lang="es-ES" sz="800" dirty="0" err="1">
                <a:ea typeface="+mn-lt"/>
                <a:cs typeface="+mn-lt"/>
              </a:rPr>
              <a:t>Production.Product</a:t>
            </a:r>
            <a:r>
              <a:rPr lang="es-ES" sz="800" dirty="0">
                <a:ea typeface="+mn-lt"/>
                <a:cs typeface="+mn-lt"/>
              </a:rPr>
              <a:t> p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Production.ProductSubcategory</a:t>
            </a:r>
            <a:r>
              <a:rPr lang="es-ES" sz="800" dirty="0">
                <a:ea typeface="+mn-lt"/>
                <a:cs typeface="+mn-lt"/>
              </a:rPr>
              <a:t> s ON </a:t>
            </a:r>
            <a:r>
              <a:rPr lang="es-ES" sz="800" dirty="0" err="1">
                <a:ea typeface="+mn-lt"/>
                <a:cs typeface="+mn-lt"/>
              </a:rPr>
              <a:t>p.ProductSubcategoryID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s.ProductSubcategoryID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Production.ProductCategory</a:t>
            </a:r>
            <a:r>
              <a:rPr lang="es-ES" sz="800" dirty="0">
                <a:ea typeface="+mn-lt"/>
                <a:cs typeface="+mn-lt"/>
              </a:rPr>
              <a:t> c ON </a:t>
            </a:r>
            <a:r>
              <a:rPr lang="es-ES" sz="800" dirty="0" err="1">
                <a:ea typeface="+mn-lt"/>
                <a:cs typeface="+mn-lt"/>
              </a:rPr>
              <a:t>s.ProductCategoryID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c.ProductCategoryID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Production.ProductInventory</a:t>
            </a:r>
            <a:r>
              <a:rPr lang="es-ES" sz="800" dirty="0">
                <a:ea typeface="+mn-lt"/>
                <a:cs typeface="+mn-lt"/>
              </a:rPr>
              <a:t> i ON </a:t>
            </a:r>
            <a:r>
              <a:rPr lang="es-ES" sz="800" dirty="0" err="1">
                <a:ea typeface="+mn-lt"/>
                <a:cs typeface="+mn-lt"/>
              </a:rPr>
              <a:t>p.ProductID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i.ProductID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GROUP BY </a:t>
            </a:r>
            <a:r>
              <a:rPr lang="es-ES" sz="800" dirty="0" err="1">
                <a:ea typeface="+mn-lt"/>
                <a:cs typeface="+mn-lt"/>
              </a:rPr>
              <a:t>p.ProductID</a:t>
            </a:r>
            <a:r>
              <a:rPr lang="es-ES" sz="800" dirty="0">
                <a:ea typeface="+mn-lt"/>
                <a:cs typeface="+mn-lt"/>
              </a:rPr>
              <a:t>, </a:t>
            </a:r>
            <a:r>
              <a:rPr lang="es-ES" sz="800" dirty="0" err="1">
                <a:ea typeface="+mn-lt"/>
                <a:cs typeface="+mn-lt"/>
              </a:rPr>
              <a:t>p.Name</a:t>
            </a:r>
            <a:r>
              <a:rPr lang="es-ES" sz="800" dirty="0">
                <a:ea typeface="+mn-lt"/>
                <a:cs typeface="+mn-lt"/>
              </a:rPr>
              <a:t>, </a:t>
            </a:r>
            <a:r>
              <a:rPr lang="es-ES" sz="800" dirty="0" err="1">
                <a:ea typeface="+mn-lt"/>
                <a:cs typeface="+mn-lt"/>
              </a:rPr>
              <a:t>p.StandardCost</a:t>
            </a:r>
            <a:r>
              <a:rPr lang="es-ES" sz="800" dirty="0">
                <a:ea typeface="+mn-lt"/>
                <a:cs typeface="+mn-lt"/>
              </a:rPr>
              <a:t>, </a:t>
            </a:r>
            <a:r>
              <a:rPr lang="es-ES" sz="800" dirty="0" err="1">
                <a:ea typeface="+mn-lt"/>
                <a:cs typeface="+mn-lt"/>
              </a:rPr>
              <a:t>p.SafetyStockLevel</a:t>
            </a:r>
            <a:r>
              <a:rPr lang="es-ES" sz="800" dirty="0">
                <a:ea typeface="+mn-lt"/>
                <a:cs typeface="+mn-lt"/>
              </a:rPr>
              <a:t>, </a:t>
            </a:r>
            <a:r>
              <a:rPr lang="es-ES" sz="800" dirty="0" err="1">
                <a:ea typeface="+mn-lt"/>
                <a:cs typeface="+mn-lt"/>
              </a:rPr>
              <a:t>s.Name</a:t>
            </a:r>
            <a:r>
              <a:rPr lang="es-ES" sz="800" dirty="0">
                <a:ea typeface="+mn-lt"/>
                <a:cs typeface="+mn-lt"/>
              </a:rPr>
              <a:t>, </a:t>
            </a:r>
            <a:r>
              <a:rPr lang="es-ES" sz="800" dirty="0" err="1">
                <a:ea typeface="+mn-lt"/>
                <a:cs typeface="+mn-lt"/>
              </a:rPr>
              <a:t>c.Name</a:t>
            </a:r>
            <a:r>
              <a:rPr lang="es-ES" sz="800" dirty="0">
                <a:ea typeface="+mn-lt"/>
                <a:cs typeface="+mn-lt"/>
              </a:rPr>
              <a:t>;</a:t>
            </a:r>
            <a:endParaRPr lang="es-ES" dirty="0">
              <a:ea typeface="+mn-lt"/>
              <a:cs typeface="+mn-lt"/>
            </a:endParaRPr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165779-FAFA-56A1-B67F-D314DE8A5E97}"/>
              </a:ext>
            </a:extLst>
          </p:cNvPr>
          <p:cNvSpPr txBox="1"/>
          <p:nvPr/>
        </p:nvSpPr>
        <p:spPr>
          <a:xfrm>
            <a:off x="6568385" y="1690688"/>
            <a:ext cx="4785415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dirty="0">
                <a:ea typeface="Roboto"/>
                <a:cs typeface="Roboto"/>
              </a:rPr>
              <a:t>---</a:t>
            </a:r>
            <a:r>
              <a:rPr lang="es-ES" sz="800" dirty="0" err="1">
                <a:ea typeface="Roboto"/>
                <a:cs typeface="Roboto"/>
              </a:rPr>
              <a:t>DimTerritorio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SELECT DISTINCT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a.AddressID</a:t>
            </a:r>
            <a:r>
              <a:rPr lang="es-ES" sz="800" dirty="0">
                <a:ea typeface="Roboto"/>
                <a:cs typeface="Roboto"/>
              </a:rPr>
              <a:t>                     AS </a:t>
            </a:r>
            <a:r>
              <a:rPr lang="es-ES" sz="800" dirty="0" err="1">
                <a:ea typeface="Roboto"/>
                <a:cs typeface="Roboto"/>
              </a:rPr>
              <a:t>IDDireccion</a:t>
            </a:r>
            <a:r>
              <a:rPr lang="es-ES" sz="800" dirty="0">
                <a:ea typeface="Roboto"/>
                <a:cs typeface="Roboto"/>
              </a:rPr>
              <a:t>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c.Name</a:t>
            </a:r>
            <a:r>
              <a:rPr lang="es-ES" sz="800" dirty="0">
                <a:ea typeface="Roboto"/>
                <a:cs typeface="Roboto"/>
              </a:rPr>
              <a:t>                          AS País,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sp.Name</a:t>
            </a:r>
            <a:r>
              <a:rPr lang="es-ES" sz="800" dirty="0">
                <a:ea typeface="Roboto"/>
                <a:cs typeface="Roboto"/>
              </a:rPr>
              <a:t>                        AS Provincia,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st.Name</a:t>
            </a:r>
            <a:r>
              <a:rPr lang="es-ES" sz="800" dirty="0">
                <a:ea typeface="Roboto"/>
                <a:cs typeface="Roboto"/>
              </a:rPr>
              <a:t>                         AS Territorio,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st.TerritoryID</a:t>
            </a:r>
            <a:r>
              <a:rPr lang="es-ES" sz="800" dirty="0">
                <a:ea typeface="Roboto"/>
                <a:cs typeface="Roboto"/>
              </a:rPr>
              <a:t>                     AS </a:t>
            </a:r>
            <a:r>
              <a:rPr lang="es-ES" sz="800" dirty="0" err="1">
                <a:ea typeface="Roboto"/>
                <a:cs typeface="Roboto"/>
              </a:rPr>
              <a:t>IDTerritorio</a:t>
            </a:r>
            <a:endParaRPr lang="es-ES" sz="800" err="1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FROM </a:t>
            </a:r>
            <a:r>
              <a:rPr lang="es-ES" sz="800" dirty="0" err="1">
                <a:ea typeface="Roboto"/>
                <a:cs typeface="Roboto"/>
              </a:rPr>
              <a:t>Person.BusinessEntityAddress</a:t>
            </a:r>
            <a:r>
              <a:rPr lang="es-ES" sz="800" dirty="0">
                <a:ea typeface="Roboto"/>
                <a:cs typeface="Roboto"/>
              </a:rPr>
              <a:t> b</a:t>
            </a: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Person.Address</a:t>
            </a:r>
            <a:r>
              <a:rPr lang="es-ES" sz="800" dirty="0">
                <a:ea typeface="Roboto"/>
                <a:cs typeface="Roboto"/>
              </a:rPr>
              <a:t> a ON </a:t>
            </a:r>
            <a:r>
              <a:rPr lang="es-ES" sz="800" dirty="0" err="1">
                <a:ea typeface="Roboto"/>
                <a:cs typeface="Roboto"/>
              </a:rPr>
              <a:t>b.AddressID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a.AddressID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Person.StateProvince</a:t>
            </a:r>
            <a:r>
              <a:rPr lang="es-ES" sz="800" dirty="0">
                <a:ea typeface="Roboto"/>
                <a:cs typeface="Roboto"/>
              </a:rPr>
              <a:t> </a:t>
            </a:r>
            <a:r>
              <a:rPr lang="es-ES" sz="800" dirty="0" err="1">
                <a:ea typeface="Roboto"/>
                <a:cs typeface="Roboto"/>
              </a:rPr>
              <a:t>sp</a:t>
            </a:r>
            <a:r>
              <a:rPr lang="es-ES" sz="800" dirty="0">
                <a:ea typeface="Roboto"/>
                <a:cs typeface="Roboto"/>
              </a:rPr>
              <a:t> ON </a:t>
            </a:r>
            <a:r>
              <a:rPr lang="es-ES" sz="800" dirty="0" err="1">
                <a:ea typeface="Roboto"/>
                <a:cs typeface="Roboto"/>
              </a:rPr>
              <a:t>a.StateProvinceID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sp.StateProvinceID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Person.CountryRegion</a:t>
            </a:r>
            <a:r>
              <a:rPr lang="es-ES" sz="800" dirty="0">
                <a:ea typeface="Roboto"/>
                <a:cs typeface="Roboto"/>
              </a:rPr>
              <a:t> c ON </a:t>
            </a:r>
            <a:r>
              <a:rPr lang="es-ES" sz="800" dirty="0" err="1">
                <a:ea typeface="Roboto"/>
                <a:cs typeface="Roboto"/>
              </a:rPr>
              <a:t>sp.CountryRegionCode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c.CountryRegionCode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Sales.SalesTerritory</a:t>
            </a:r>
            <a:r>
              <a:rPr lang="es-ES" sz="800" dirty="0">
                <a:ea typeface="Roboto"/>
                <a:cs typeface="Roboto"/>
              </a:rPr>
              <a:t> </a:t>
            </a:r>
            <a:r>
              <a:rPr lang="es-ES" sz="800" dirty="0" err="1">
                <a:ea typeface="Roboto"/>
                <a:cs typeface="Roboto"/>
              </a:rPr>
              <a:t>st</a:t>
            </a:r>
            <a:r>
              <a:rPr lang="es-ES" sz="800" dirty="0">
                <a:ea typeface="Roboto"/>
                <a:cs typeface="Roboto"/>
              </a:rPr>
              <a:t> ON </a:t>
            </a:r>
            <a:r>
              <a:rPr lang="es-ES" sz="800" dirty="0" err="1">
                <a:ea typeface="Roboto"/>
                <a:cs typeface="Roboto"/>
              </a:rPr>
              <a:t>sp.TerritoryID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st.TerritoryID</a:t>
            </a:r>
            <a:r>
              <a:rPr lang="es-ES" sz="800" dirty="0">
                <a:ea typeface="Roboto"/>
                <a:cs typeface="Roboto"/>
              </a:rPr>
              <a:t>;</a:t>
            </a:r>
          </a:p>
          <a:p>
            <a:endParaRPr lang="es-ES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---</a:t>
            </a:r>
            <a:r>
              <a:rPr lang="es-ES" sz="800" dirty="0" err="1">
                <a:ea typeface="Roboto"/>
                <a:cs typeface="Roboto"/>
              </a:rPr>
              <a:t>DimClientes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SELECT DISTINCT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c.CustomerID</a:t>
            </a:r>
            <a:r>
              <a:rPr lang="es-ES" sz="800" dirty="0">
                <a:ea typeface="Roboto"/>
                <a:cs typeface="Roboto"/>
              </a:rPr>
              <a:t>                                                                   AS </a:t>
            </a:r>
            <a:r>
              <a:rPr lang="es-ES" sz="800" dirty="0" err="1">
                <a:ea typeface="Roboto"/>
                <a:cs typeface="Roboto"/>
              </a:rPr>
              <a:t>IDCliente</a:t>
            </a:r>
            <a:r>
              <a:rPr lang="es-ES" sz="800" dirty="0">
                <a:ea typeface="Roboto"/>
                <a:cs typeface="Roboto"/>
              </a:rPr>
              <a:t>,</a:t>
            </a:r>
          </a:p>
          <a:p>
            <a:r>
              <a:rPr lang="es-ES" sz="800" dirty="0">
                <a:ea typeface="Roboto"/>
                <a:cs typeface="Roboto"/>
              </a:rPr>
              <a:t>    CONCAT(COALESCE(</a:t>
            </a:r>
            <a:r>
              <a:rPr lang="es-ES" sz="800" dirty="0" err="1">
                <a:ea typeface="Roboto"/>
                <a:cs typeface="Roboto"/>
              </a:rPr>
              <a:t>p.FirstName</a:t>
            </a:r>
            <a:r>
              <a:rPr lang="es-ES" sz="800" dirty="0">
                <a:ea typeface="Roboto"/>
                <a:cs typeface="Roboto"/>
              </a:rPr>
              <a:t>, ''), ' ', COALESCE(</a:t>
            </a:r>
            <a:r>
              <a:rPr lang="es-ES" sz="800" dirty="0" err="1">
                <a:ea typeface="Roboto"/>
                <a:cs typeface="Roboto"/>
              </a:rPr>
              <a:t>p.LastName</a:t>
            </a:r>
            <a:r>
              <a:rPr lang="es-ES" sz="800" dirty="0">
                <a:ea typeface="Roboto"/>
                <a:cs typeface="Roboto"/>
              </a:rPr>
              <a:t>, ''))    AS Nombre,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e.EmailAddress</a:t>
            </a:r>
            <a:r>
              <a:rPr lang="es-ES" sz="800" dirty="0">
                <a:ea typeface="Roboto"/>
                <a:cs typeface="Roboto"/>
              </a:rPr>
              <a:t>                                                                AS Email,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ph.PhoneNumber</a:t>
            </a:r>
            <a:r>
              <a:rPr lang="es-ES" sz="800" dirty="0">
                <a:ea typeface="Roboto"/>
                <a:cs typeface="Roboto"/>
              </a:rPr>
              <a:t>                                                              AS Teléfono,</a:t>
            </a: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pt.Name</a:t>
            </a:r>
            <a:r>
              <a:rPr lang="es-ES" sz="800" dirty="0">
                <a:ea typeface="Roboto"/>
                <a:cs typeface="Roboto"/>
              </a:rPr>
              <a:t>                                                                            AS </a:t>
            </a:r>
            <a:r>
              <a:rPr lang="es-ES" sz="800" dirty="0" err="1">
                <a:ea typeface="Roboto"/>
                <a:cs typeface="Roboto"/>
              </a:rPr>
              <a:t>TipoTeléfono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FROM </a:t>
            </a:r>
            <a:r>
              <a:rPr lang="es-ES" sz="800" dirty="0" err="1">
                <a:ea typeface="Roboto"/>
                <a:cs typeface="Roboto"/>
              </a:rPr>
              <a:t>Sales.Customer</a:t>
            </a:r>
            <a:r>
              <a:rPr lang="es-ES" sz="800" dirty="0">
                <a:ea typeface="Roboto"/>
                <a:cs typeface="Roboto"/>
              </a:rPr>
              <a:t> c</a:t>
            </a:r>
          </a:p>
          <a:p>
            <a:r>
              <a:rPr lang="es-ES" sz="800" dirty="0">
                <a:ea typeface="Roboto"/>
                <a:cs typeface="Roboto"/>
              </a:rPr>
              <a:t>RIGHT JOIN </a:t>
            </a:r>
            <a:r>
              <a:rPr lang="es-ES" sz="800" dirty="0" err="1">
                <a:ea typeface="Roboto"/>
                <a:cs typeface="Roboto"/>
              </a:rPr>
              <a:t>Person.Person</a:t>
            </a:r>
            <a:r>
              <a:rPr lang="es-ES" sz="800" dirty="0">
                <a:ea typeface="Roboto"/>
                <a:cs typeface="Roboto"/>
              </a:rPr>
              <a:t> p ON </a:t>
            </a:r>
            <a:r>
              <a:rPr lang="es-ES" sz="800" dirty="0" err="1">
                <a:ea typeface="Roboto"/>
                <a:cs typeface="Roboto"/>
              </a:rPr>
              <a:t>c.PersonID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p.BusinessEntityID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Person.EmailAddress</a:t>
            </a:r>
            <a:r>
              <a:rPr lang="es-ES" sz="800" dirty="0">
                <a:ea typeface="Roboto"/>
                <a:cs typeface="Roboto"/>
              </a:rPr>
              <a:t> e ON </a:t>
            </a:r>
            <a:r>
              <a:rPr lang="es-ES" sz="800" dirty="0" err="1">
                <a:ea typeface="Roboto"/>
                <a:cs typeface="Roboto"/>
              </a:rPr>
              <a:t>p.BusinessEntityID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e.BusinessEntityID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Person.PersonPhone</a:t>
            </a:r>
            <a:r>
              <a:rPr lang="es-ES" sz="800" dirty="0">
                <a:ea typeface="Roboto"/>
                <a:cs typeface="Roboto"/>
              </a:rPr>
              <a:t> </a:t>
            </a:r>
            <a:r>
              <a:rPr lang="es-ES" sz="800" dirty="0" err="1">
                <a:ea typeface="Roboto"/>
                <a:cs typeface="Roboto"/>
              </a:rPr>
              <a:t>ph</a:t>
            </a:r>
            <a:r>
              <a:rPr lang="es-ES" sz="800" dirty="0">
                <a:ea typeface="Roboto"/>
                <a:cs typeface="Roboto"/>
              </a:rPr>
              <a:t> ON </a:t>
            </a:r>
            <a:r>
              <a:rPr lang="es-ES" sz="800" dirty="0" err="1">
                <a:ea typeface="Roboto"/>
                <a:cs typeface="Roboto"/>
              </a:rPr>
              <a:t>p.BusinessEntityID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ph.BusinessEntityID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Person.PhoneNumberType</a:t>
            </a:r>
            <a:r>
              <a:rPr lang="es-ES" sz="800" dirty="0">
                <a:ea typeface="Roboto"/>
                <a:cs typeface="Roboto"/>
              </a:rPr>
              <a:t> pt ON </a:t>
            </a:r>
            <a:r>
              <a:rPr lang="es-ES" sz="800" dirty="0" err="1">
                <a:ea typeface="Roboto"/>
                <a:cs typeface="Roboto"/>
              </a:rPr>
              <a:t>ph.PhoneNumberTypeID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pt.PhoneNumberTypeID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INNER JOIN </a:t>
            </a:r>
            <a:r>
              <a:rPr lang="es-ES" sz="800" dirty="0" err="1">
                <a:ea typeface="Roboto"/>
                <a:cs typeface="Roboto"/>
              </a:rPr>
              <a:t>Sales.Store</a:t>
            </a:r>
            <a:r>
              <a:rPr lang="es-ES" sz="800" dirty="0">
                <a:ea typeface="Roboto"/>
                <a:cs typeface="Roboto"/>
              </a:rPr>
              <a:t> s ON </a:t>
            </a:r>
            <a:r>
              <a:rPr lang="es-ES" sz="800" dirty="0" err="1">
                <a:ea typeface="Roboto"/>
                <a:cs typeface="Roboto"/>
              </a:rPr>
              <a:t>c.StoreID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s.BusinessEntityID</a:t>
            </a:r>
            <a:endParaRPr lang="es-E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Person.BusinessEntityContact</a:t>
            </a:r>
            <a:r>
              <a:rPr lang="es-ES" sz="800" dirty="0">
                <a:ea typeface="Roboto"/>
                <a:cs typeface="Roboto"/>
              </a:rPr>
              <a:t> </a:t>
            </a:r>
            <a:r>
              <a:rPr lang="es-ES" sz="800" dirty="0" err="1">
                <a:ea typeface="Roboto"/>
                <a:cs typeface="Roboto"/>
              </a:rPr>
              <a:t>sc</a:t>
            </a:r>
            <a:r>
              <a:rPr lang="es-ES" sz="800" dirty="0">
                <a:ea typeface="Roboto"/>
                <a:cs typeface="Roboto"/>
              </a:rPr>
              <a:t> ON </a:t>
            </a:r>
            <a:r>
              <a:rPr lang="es-ES" sz="800" dirty="0" err="1">
                <a:ea typeface="Roboto"/>
                <a:cs typeface="Roboto"/>
              </a:rPr>
              <a:t>s.BusinessEntityID</a:t>
            </a:r>
            <a:r>
              <a:rPr lang="es-ES" sz="800" dirty="0">
                <a:ea typeface="Roboto"/>
                <a:cs typeface="Roboto"/>
              </a:rPr>
              <a:t> = sc.Busine2022.Purchasing.PurchaseOrderDetail </a:t>
            </a:r>
            <a:r>
              <a:rPr lang="es-ES" sz="800" dirty="0" err="1">
                <a:ea typeface="Roboto"/>
                <a:cs typeface="Roboto"/>
              </a:rPr>
              <a:t>pod</a:t>
            </a:r>
            <a:r>
              <a:rPr lang="es-ES" sz="800" dirty="0">
                <a:ea typeface="Roboto"/>
                <a:cs typeface="Roboto"/>
              </a:rPr>
              <a:t> ON </a:t>
            </a:r>
            <a:r>
              <a:rPr lang="es-ES" sz="800" dirty="0" err="1">
                <a:ea typeface="Roboto"/>
                <a:cs typeface="Roboto"/>
              </a:rPr>
              <a:t>poh.PurchaseOrderID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pod.PurchaseOrderID</a:t>
            </a:r>
            <a:endParaRPr lang="es-ES" sz="800" dirty="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25091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5347-9C9E-218D-4FD8-A4627444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54AEC-FEFF-F309-690F-C02AC6A6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BD3103-EA3B-EF76-07F2-F3F656875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13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04B5AA-C803-5645-A91C-962D88BAA8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Roboto"/>
                <a:ea typeface="Roboto"/>
                <a:cs typeface="Roboto"/>
              </a:rPr>
              <a:t>PROYECTO VENTAS | ON PREMISE</a:t>
            </a:r>
            <a:endParaRPr lang="es-ES" dirty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 dirty="0"/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6E60382E-E5D4-4A88-20C2-5CFBBA4FEBC7}"/>
              </a:ext>
            </a:extLst>
          </p:cNvPr>
          <p:cNvSpPr txBox="1"/>
          <p:nvPr/>
        </p:nvSpPr>
        <p:spPr>
          <a:xfrm>
            <a:off x="838200" y="1690688"/>
            <a:ext cx="5045337" cy="36933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 dirty="0">
                <a:ea typeface="+mn-lt"/>
                <a:cs typeface="+mn-lt"/>
              </a:rPr>
              <a:t>---</a:t>
            </a:r>
            <a:r>
              <a:rPr lang="es-ES" sz="800" dirty="0" err="1">
                <a:ea typeface="+mn-lt"/>
                <a:cs typeface="+mn-lt"/>
              </a:rPr>
              <a:t>DimClientesTiendas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SELECT DISTINCT 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s.BusinessEntityID</a:t>
            </a:r>
            <a:r>
              <a:rPr lang="es-ES" sz="800" dirty="0">
                <a:ea typeface="+mn-lt"/>
                <a:cs typeface="+mn-lt"/>
              </a:rPr>
              <a:t>           AS </a:t>
            </a:r>
            <a:r>
              <a:rPr lang="es-ES" sz="800" dirty="0" err="1">
                <a:ea typeface="+mn-lt"/>
                <a:cs typeface="+mn-lt"/>
              </a:rPr>
              <a:t>IDTienda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s.Name</a:t>
            </a:r>
            <a:r>
              <a:rPr lang="es-ES" sz="800" dirty="0">
                <a:ea typeface="+mn-lt"/>
                <a:cs typeface="+mn-lt"/>
              </a:rPr>
              <a:t>                          AS Empresa,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s.SalesPersonID</a:t>
            </a:r>
            <a:r>
              <a:rPr lang="es-ES" sz="800" dirty="0">
                <a:ea typeface="+mn-lt"/>
                <a:cs typeface="+mn-lt"/>
              </a:rPr>
              <a:t>       AS </a:t>
            </a:r>
            <a:r>
              <a:rPr lang="es-ES" sz="800" dirty="0" err="1">
                <a:ea typeface="+mn-lt"/>
                <a:cs typeface="+mn-lt"/>
              </a:rPr>
              <a:t>IDComercial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FROM </a:t>
            </a:r>
            <a:r>
              <a:rPr lang="es-ES" sz="800" dirty="0" err="1">
                <a:ea typeface="+mn-lt"/>
                <a:cs typeface="+mn-lt"/>
              </a:rPr>
              <a:t>Sales.Store</a:t>
            </a:r>
            <a:r>
              <a:rPr lang="es-ES" sz="800" dirty="0">
                <a:ea typeface="+mn-lt"/>
                <a:cs typeface="+mn-lt"/>
              </a:rPr>
              <a:t> s;</a:t>
            </a:r>
            <a:endParaRPr lang="es-ES" dirty="0"/>
          </a:p>
          <a:p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---</a:t>
            </a:r>
            <a:r>
              <a:rPr lang="es-ES" sz="800" dirty="0" err="1">
                <a:ea typeface="+mn-lt"/>
                <a:cs typeface="+mn-lt"/>
              </a:rPr>
              <a:t>DimContactoTiendas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SELECT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s.BusinessEntityID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  AS </a:t>
            </a:r>
            <a:r>
              <a:rPr lang="es-ES" sz="800" dirty="0" err="1">
                <a:ea typeface="+mn-lt"/>
                <a:cs typeface="+mn-lt"/>
              </a:rPr>
              <a:t>IDTienda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p.FirstName</a:t>
            </a:r>
            <a:r>
              <a:rPr lang="es-ES" sz="800" dirty="0">
                <a:ea typeface="+mn-lt"/>
                <a:cs typeface="+mn-lt"/>
              </a:rPr>
              <a:t> + ' ' + </a:t>
            </a:r>
            <a:r>
              <a:rPr lang="es-ES" sz="800" dirty="0" err="1">
                <a:ea typeface="+mn-lt"/>
                <a:cs typeface="+mn-lt"/>
              </a:rPr>
              <a:t>p.LastName</a:t>
            </a:r>
            <a:r>
              <a:rPr lang="es-ES" sz="800" dirty="0">
                <a:ea typeface="+mn-lt"/>
                <a:cs typeface="+mn-lt"/>
              </a:rPr>
              <a:t>             AS Nombre,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ea.EmailAddress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    AS Email,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ph.PhoneNumber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    AS </a:t>
            </a:r>
            <a:r>
              <a:rPr lang="es-ES" sz="800" dirty="0" err="1">
                <a:ea typeface="+mn-lt"/>
                <a:cs typeface="+mn-lt"/>
              </a:rPr>
              <a:t>Telefono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pt.Name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                  AS </a:t>
            </a:r>
            <a:r>
              <a:rPr lang="es-ES" sz="800" dirty="0" err="1">
                <a:ea typeface="+mn-lt"/>
                <a:cs typeface="+mn-lt"/>
              </a:rPr>
              <a:t>TipoTelefono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ct.Name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               AS Puesto,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s.SalesPersonID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     AS </a:t>
            </a:r>
            <a:r>
              <a:rPr lang="es-ES" sz="800" dirty="0" err="1">
                <a:ea typeface="+mn-lt"/>
                <a:cs typeface="+mn-lt"/>
              </a:rPr>
              <a:t>IDComercial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FROM </a:t>
            </a:r>
            <a:r>
              <a:rPr lang="es-ES" sz="800" dirty="0" err="1">
                <a:ea typeface="+mn-lt"/>
                <a:cs typeface="+mn-lt"/>
              </a:rPr>
              <a:t>Sales.Store</a:t>
            </a:r>
            <a:r>
              <a:rPr lang="es-ES" sz="800" dirty="0">
                <a:ea typeface="+mn-lt"/>
                <a:cs typeface="+mn-lt"/>
              </a:rPr>
              <a:t> s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JOIN </a:t>
            </a:r>
            <a:r>
              <a:rPr lang="es-ES" sz="800" dirty="0" err="1">
                <a:ea typeface="+mn-lt"/>
                <a:cs typeface="+mn-lt"/>
              </a:rPr>
              <a:t>Sales.Customer</a:t>
            </a:r>
            <a:r>
              <a:rPr lang="es-ES" sz="800" dirty="0">
                <a:ea typeface="+mn-lt"/>
                <a:cs typeface="+mn-lt"/>
              </a:rPr>
              <a:t> c ON </a:t>
            </a:r>
            <a:r>
              <a:rPr lang="es-ES" sz="800" dirty="0" err="1">
                <a:ea typeface="+mn-lt"/>
                <a:cs typeface="+mn-lt"/>
              </a:rPr>
              <a:t>s.BusinessEntityID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c.CustomerID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JOIN </a:t>
            </a:r>
            <a:r>
              <a:rPr lang="es-ES" sz="800" dirty="0" err="1">
                <a:ea typeface="+mn-lt"/>
                <a:cs typeface="+mn-lt"/>
              </a:rPr>
              <a:t>Person.BusinessEntity</a:t>
            </a:r>
            <a:r>
              <a:rPr lang="es-ES" sz="800" dirty="0">
                <a:ea typeface="+mn-lt"/>
                <a:cs typeface="+mn-lt"/>
              </a:rPr>
              <a:t> be ON </a:t>
            </a:r>
            <a:r>
              <a:rPr lang="es-ES" sz="800" dirty="0" err="1">
                <a:ea typeface="+mn-lt"/>
                <a:cs typeface="+mn-lt"/>
              </a:rPr>
              <a:t>s.BusinessEntityID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be.BusinessEntityID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JOIN </a:t>
            </a:r>
            <a:r>
              <a:rPr lang="es-ES" sz="800" dirty="0" err="1">
                <a:ea typeface="+mn-lt"/>
                <a:cs typeface="+mn-lt"/>
              </a:rPr>
              <a:t>Person.BusinessEntityContact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bec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be.BusinessEntityID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bec.BusinessEntityID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JOIN </a:t>
            </a:r>
            <a:r>
              <a:rPr lang="es-ES" sz="800" dirty="0" err="1">
                <a:ea typeface="+mn-lt"/>
                <a:cs typeface="+mn-lt"/>
              </a:rPr>
              <a:t>Person.Person</a:t>
            </a:r>
            <a:r>
              <a:rPr lang="es-ES" sz="800" dirty="0">
                <a:ea typeface="+mn-lt"/>
                <a:cs typeface="+mn-lt"/>
              </a:rPr>
              <a:t> p ON </a:t>
            </a:r>
            <a:r>
              <a:rPr lang="es-ES" sz="800" dirty="0" err="1">
                <a:ea typeface="+mn-lt"/>
                <a:cs typeface="+mn-lt"/>
              </a:rPr>
              <a:t>bec.PersonID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p.BusinessEntityID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JOIN </a:t>
            </a:r>
            <a:r>
              <a:rPr lang="es-ES" sz="800" dirty="0" err="1">
                <a:ea typeface="+mn-lt"/>
                <a:cs typeface="+mn-lt"/>
              </a:rPr>
              <a:t>Person.ContactType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ct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bec.ContactTypeID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ct.ContactTypeID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Person.EmailAddress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ea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p.BusinessEntityID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ea.BusinessEntityID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Person.PersonPhone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ph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p.BusinessEntityID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ph.BusinessEntityID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Person.PhoneNumberType</a:t>
            </a:r>
            <a:r>
              <a:rPr lang="es-ES" sz="800" dirty="0">
                <a:ea typeface="+mn-lt"/>
                <a:cs typeface="+mn-lt"/>
              </a:rPr>
              <a:t> pt ON </a:t>
            </a:r>
            <a:r>
              <a:rPr lang="es-ES" sz="800" dirty="0" err="1">
                <a:ea typeface="+mn-lt"/>
                <a:cs typeface="+mn-lt"/>
              </a:rPr>
              <a:t>ph.PhoneNumberTypeID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pt.PhoneNumberTypeID</a:t>
            </a:r>
            <a:r>
              <a:rPr lang="es-ES" sz="800" dirty="0">
                <a:ea typeface="+mn-lt"/>
                <a:cs typeface="+mn-lt"/>
              </a:rPr>
              <a:t>;</a:t>
            </a:r>
            <a:endParaRPr lang="es-ES" dirty="0">
              <a:ea typeface="+mn-lt"/>
              <a:cs typeface="+mn-lt"/>
            </a:endParaRPr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8A19AA-7A2F-63D9-C944-10E3117EE116}"/>
              </a:ext>
            </a:extLst>
          </p:cNvPr>
          <p:cNvSpPr txBox="1"/>
          <p:nvPr/>
        </p:nvSpPr>
        <p:spPr>
          <a:xfrm>
            <a:off x="6633513" y="1690688"/>
            <a:ext cx="4720287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800" dirty="0">
                <a:ea typeface="+mn-lt"/>
                <a:cs typeface="+mn-lt"/>
              </a:rPr>
              <a:t>---</a:t>
            </a:r>
            <a:r>
              <a:rPr lang="es-ES" sz="800" dirty="0" err="1">
                <a:ea typeface="+mn-lt"/>
                <a:cs typeface="+mn-lt"/>
              </a:rPr>
              <a:t>DimComerciales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SELECT DISTINCT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soh.SalesPersonID</a:t>
            </a:r>
            <a:r>
              <a:rPr lang="es-ES" sz="800" dirty="0">
                <a:ea typeface="+mn-lt"/>
                <a:cs typeface="+mn-lt"/>
              </a:rPr>
              <a:t> IS NULL THEN 0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soh.SalesPersonID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                                AS </a:t>
            </a:r>
            <a:r>
              <a:rPr lang="es-ES" sz="800" dirty="0" err="1">
                <a:ea typeface="+mn-lt"/>
                <a:cs typeface="+mn-lt"/>
              </a:rPr>
              <a:t>IDComercial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CAST(CASE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sp.TerritoryID</a:t>
            </a:r>
            <a:r>
              <a:rPr lang="es-ES" sz="800" dirty="0">
                <a:ea typeface="+mn-lt"/>
                <a:cs typeface="+mn-lt"/>
              </a:rPr>
              <a:t> IS NULL THEN 0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sp.TerritoryID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 AS INT)                                                                        AS </a:t>
            </a:r>
            <a:r>
              <a:rPr lang="es-ES" sz="800" dirty="0" err="1">
                <a:ea typeface="+mn-lt"/>
                <a:cs typeface="+mn-lt"/>
              </a:rPr>
              <a:t>IDTerritorio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CASE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st.</a:t>
            </a:r>
            <a:r>
              <a:rPr lang="es-ES" sz="800" dirty="0">
                <a:ea typeface="+mn-lt"/>
                <a:cs typeface="+mn-lt"/>
              </a:rPr>
              <a:t>[</a:t>
            </a:r>
            <a:r>
              <a:rPr lang="es-ES" sz="800" dirty="0" err="1">
                <a:ea typeface="+mn-lt"/>
                <a:cs typeface="+mn-lt"/>
              </a:rPr>
              <a:t>Group</a:t>
            </a:r>
            <a:r>
              <a:rPr lang="es-ES" sz="800" dirty="0">
                <a:ea typeface="+mn-lt"/>
                <a:cs typeface="+mn-lt"/>
              </a:rPr>
              <a:t>] IS NULL THEN 'Sin Territorio Asignado'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st.</a:t>
            </a:r>
            <a:r>
              <a:rPr lang="es-ES" sz="800" dirty="0">
                <a:ea typeface="+mn-lt"/>
                <a:cs typeface="+mn-lt"/>
              </a:rPr>
              <a:t>[</a:t>
            </a:r>
            <a:r>
              <a:rPr lang="es-ES" sz="800" dirty="0" err="1">
                <a:ea typeface="+mn-lt"/>
                <a:cs typeface="+mn-lt"/>
              </a:rPr>
              <a:t>Group</a:t>
            </a:r>
            <a:r>
              <a:rPr lang="es-ES" sz="800" dirty="0">
                <a:ea typeface="+mn-lt"/>
                <a:cs typeface="+mn-lt"/>
              </a:rPr>
              <a:t>]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                                  AS Territorio,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p.FirstName</a:t>
            </a:r>
            <a:r>
              <a:rPr lang="es-ES" sz="800" dirty="0">
                <a:ea typeface="+mn-lt"/>
                <a:cs typeface="+mn-lt"/>
              </a:rPr>
              <a:t> IS NULL THEN 'Ventas sin Comercial'</a:t>
            </a:r>
            <a:endParaRPr lang="es-ES"/>
          </a:p>
          <a:p>
            <a:r>
              <a:rPr lang="es-ES" sz="800" dirty="0">
                <a:ea typeface="+mn-lt"/>
                <a:cs typeface="+mn-lt"/>
              </a:rPr>
              <a:t>        ELSE CONCAT(COALESCE(</a:t>
            </a:r>
            <a:r>
              <a:rPr lang="es-ES" sz="800" dirty="0" err="1">
                <a:ea typeface="+mn-lt"/>
                <a:cs typeface="+mn-lt"/>
              </a:rPr>
              <a:t>p.FirstName</a:t>
            </a:r>
            <a:r>
              <a:rPr lang="es-ES" sz="800" dirty="0">
                <a:ea typeface="+mn-lt"/>
                <a:cs typeface="+mn-lt"/>
              </a:rPr>
              <a:t>, ''), ' ', COALESCE(</a:t>
            </a:r>
            <a:r>
              <a:rPr lang="es-ES" sz="800" dirty="0" err="1">
                <a:ea typeface="+mn-lt"/>
                <a:cs typeface="+mn-lt"/>
              </a:rPr>
              <a:t>p.LastName</a:t>
            </a:r>
            <a:r>
              <a:rPr lang="es-ES" sz="800" dirty="0">
                <a:ea typeface="+mn-lt"/>
                <a:cs typeface="+mn-lt"/>
              </a:rPr>
              <a:t>, ''))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                                  AS Nombre,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e.EmailAddress</a:t>
            </a:r>
            <a:r>
              <a:rPr lang="es-ES" sz="800" dirty="0">
                <a:ea typeface="+mn-lt"/>
                <a:cs typeface="+mn-lt"/>
              </a:rPr>
              <a:t> IS NULL THEN 'Sin Email Asignado'</a:t>
            </a:r>
            <a:endParaRPr lang="es-ES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e.EmailAddress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                                   AS Email,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ph.PhoneNumber</a:t>
            </a:r>
            <a:r>
              <a:rPr lang="es-ES" sz="800" dirty="0">
                <a:ea typeface="+mn-lt"/>
                <a:cs typeface="+mn-lt"/>
              </a:rPr>
              <a:t> IS NULL THEN 'Sin Teléfono Asignado'</a:t>
            </a:r>
            <a:endParaRPr lang="es-ES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ph.PhoneNumber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                                AS Teléfono,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CASE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pt.Name</a:t>
            </a:r>
            <a:r>
              <a:rPr lang="es-ES" sz="800" dirty="0">
                <a:ea typeface="+mn-lt"/>
                <a:cs typeface="+mn-lt"/>
              </a:rPr>
              <a:t> IS NULL THEN 'Sin Tipo Asignado'</a:t>
            </a:r>
            <a:endParaRPr lang="es-ES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pt.Name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                                AS </a:t>
            </a:r>
            <a:r>
              <a:rPr lang="es-ES" sz="800" dirty="0" err="1">
                <a:ea typeface="+mn-lt"/>
                <a:cs typeface="+mn-lt"/>
              </a:rPr>
              <a:t>TipoTeléfono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FROM </a:t>
            </a:r>
            <a:r>
              <a:rPr lang="es-ES" sz="800" dirty="0" err="1">
                <a:ea typeface="+mn-lt"/>
                <a:cs typeface="+mn-lt"/>
              </a:rPr>
              <a:t>Sales.SalesPerson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sp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RIGHT JOIN </a:t>
            </a:r>
            <a:r>
              <a:rPr lang="es-ES" sz="800" dirty="0" err="1">
                <a:ea typeface="+mn-lt"/>
                <a:cs typeface="+mn-lt"/>
              </a:rPr>
              <a:t>Sales.SalesOrderHeader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soh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sp.BusinessEntityID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soh.SalesPersonID</a:t>
            </a:r>
            <a:endParaRPr lang="es-ES"/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Person.Person</a:t>
            </a:r>
            <a:r>
              <a:rPr lang="es-ES" sz="800" dirty="0">
                <a:ea typeface="+mn-lt"/>
                <a:cs typeface="+mn-lt"/>
              </a:rPr>
              <a:t> p ON </a:t>
            </a:r>
            <a:r>
              <a:rPr lang="es-ES" sz="800" dirty="0" err="1">
                <a:ea typeface="+mn-lt"/>
                <a:cs typeface="+mn-lt"/>
              </a:rPr>
              <a:t>sp.BusinessEntityID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p.BusinessEntityID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Person.EmailAddress</a:t>
            </a:r>
            <a:r>
              <a:rPr lang="es-ES" sz="800" dirty="0">
                <a:ea typeface="+mn-lt"/>
                <a:cs typeface="+mn-lt"/>
              </a:rPr>
              <a:t> e ON </a:t>
            </a:r>
            <a:r>
              <a:rPr lang="es-ES" sz="800" dirty="0" err="1">
                <a:ea typeface="+mn-lt"/>
                <a:cs typeface="+mn-lt"/>
              </a:rPr>
              <a:t>p.BusinessEntityID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e.BusinessEntityID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Person.PersonPhone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ph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p.BusinessEntityID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ph.BusinessEntityID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Person.PhoneNumberType</a:t>
            </a:r>
            <a:r>
              <a:rPr lang="es-ES" sz="800" dirty="0">
                <a:ea typeface="+mn-lt"/>
                <a:cs typeface="+mn-lt"/>
              </a:rPr>
              <a:t> pt ON </a:t>
            </a:r>
            <a:r>
              <a:rPr lang="es-ES" sz="800" dirty="0" err="1">
                <a:ea typeface="+mn-lt"/>
                <a:cs typeface="+mn-lt"/>
              </a:rPr>
              <a:t>ph.PhoneNumberTypeID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pt.PhoneNumberTypeID</a:t>
            </a:r>
            <a:endParaRPr lang="es-ES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Sales.SalesTerritory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st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sp.TerritoryID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st.TerritoryID</a:t>
            </a:r>
            <a:r>
              <a:rPr lang="es-ES" sz="800" dirty="0">
                <a:ea typeface="+mn-lt"/>
                <a:cs typeface="+mn-lt"/>
              </a:rPr>
              <a:t>;</a:t>
            </a:r>
            <a:endParaRPr lang="es-ES" dirty="0"/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2802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1F46-3047-E3D8-A723-8857F597F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CB5DB-997E-DC1B-E582-9C166BB99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Roboto"/>
                <a:cs typeface="Roboto"/>
              </a:rPr>
              <a:t>Consultas SQL y parámetro origen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59D85DE-6D4D-3F73-87B9-026DCC09C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9D2CA-6327-468A-9D6D-2748B5825E69}" type="slidenum">
              <a:rPr lang="es-ES" smtClean="0"/>
              <a:t>14</a:t>
            </a:fld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C506C3-AD96-7FF9-0047-3DAD07AE58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Roboto"/>
                <a:ea typeface="Roboto"/>
                <a:cs typeface="Roboto"/>
              </a:rPr>
              <a:t>PROYECTO VENTAS | ON PREMISE</a:t>
            </a:r>
            <a:endParaRPr lang="es-ES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lang="es-ES" dirty="0">
              <a:solidFill>
                <a:srgbClr val="1E1E1E"/>
              </a:solidFill>
              <a:latin typeface="Roboto"/>
              <a:ea typeface="Roboto"/>
              <a:cs typeface="Roboto"/>
            </a:endParaRPr>
          </a:p>
          <a:p>
            <a:endParaRPr lang="es-ES" dirty="0"/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AD109F57-035F-5B12-981D-A89807122E99}"/>
              </a:ext>
            </a:extLst>
          </p:cNvPr>
          <p:cNvSpPr txBox="1"/>
          <p:nvPr/>
        </p:nvSpPr>
        <p:spPr>
          <a:xfrm>
            <a:off x="890317" y="1689700"/>
            <a:ext cx="5045337" cy="49244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 dirty="0">
                <a:ea typeface="+mn-lt"/>
                <a:cs typeface="+mn-lt"/>
              </a:rPr>
              <a:t>---</a:t>
            </a:r>
            <a:r>
              <a:rPr lang="es-ES" sz="800" dirty="0" err="1">
                <a:ea typeface="+mn-lt"/>
                <a:cs typeface="+mn-lt"/>
              </a:rPr>
              <a:t>DimObjetivosComerciales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SELECT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BusinessEntityID</a:t>
            </a:r>
            <a:r>
              <a:rPr lang="es-ES" sz="800">
                <a:ea typeface="+mn-lt"/>
                <a:cs typeface="+mn-lt"/>
              </a:rPr>
              <a:t>       AS </a:t>
            </a:r>
            <a:r>
              <a:rPr lang="es-ES" sz="800" err="1">
                <a:ea typeface="+mn-lt"/>
                <a:cs typeface="+mn-lt"/>
              </a:rPr>
              <a:t>IDComercial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err="1">
                <a:ea typeface="+mn-lt"/>
                <a:cs typeface="+mn-lt"/>
              </a:rPr>
              <a:t>SalesQuota</a:t>
            </a:r>
            <a:r>
              <a:rPr lang="es-ES" sz="800" dirty="0">
                <a:ea typeface="+mn-lt"/>
                <a:cs typeface="+mn-lt"/>
              </a:rPr>
              <a:t>             AS Objetivos,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QuotaDate</a:t>
            </a:r>
            <a:r>
              <a:rPr lang="es-ES" sz="800" dirty="0">
                <a:ea typeface="+mn-lt"/>
                <a:cs typeface="+mn-lt"/>
              </a:rPr>
              <a:t>              AS </a:t>
            </a:r>
            <a:r>
              <a:rPr lang="es-ES" sz="800" dirty="0" err="1">
                <a:ea typeface="+mn-lt"/>
                <a:cs typeface="+mn-lt"/>
              </a:rPr>
              <a:t>FechaObjetivos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FROM </a:t>
            </a:r>
            <a:r>
              <a:rPr lang="es-ES" sz="800" dirty="0" err="1">
                <a:ea typeface="+mn-lt"/>
                <a:cs typeface="+mn-lt"/>
              </a:rPr>
              <a:t>Sales.SalesPersonQuotaHistory</a:t>
            </a:r>
            <a:endParaRPr lang="es-ES" dirty="0" err="1"/>
          </a:p>
          <a:p>
            <a:endParaRPr lang="es-ES"/>
          </a:p>
          <a:p>
            <a:r>
              <a:rPr lang="es-ES" sz="800" dirty="0">
                <a:ea typeface="+mn-lt"/>
                <a:cs typeface="+mn-lt"/>
              </a:rPr>
              <a:t>---</a:t>
            </a:r>
            <a:r>
              <a:rPr lang="es-ES" sz="800" dirty="0" err="1">
                <a:ea typeface="+mn-lt"/>
                <a:cs typeface="+mn-lt"/>
              </a:rPr>
              <a:t>FactVentas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SELECT DISTINCT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soh.SalesOrderID</a:t>
            </a:r>
            <a:r>
              <a:rPr lang="es-ES" sz="800" dirty="0">
                <a:ea typeface="+mn-lt"/>
                <a:cs typeface="+mn-lt"/>
              </a:rPr>
              <a:t> AS </a:t>
            </a:r>
            <a:r>
              <a:rPr lang="es-ES" sz="800" dirty="0" err="1">
                <a:ea typeface="+mn-lt"/>
                <a:cs typeface="+mn-lt"/>
              </a:rPr>
              <a:t>IDPedido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CAST(</a:t>
            </a:r>
            <a:r>
              <a:rPr lang="es-ES" sz="800" dirty="0" err="1">
                <a:ea typeface="+mn-lt"/>
                <a:cs typeface="+mn-lt"/>
              </a:rPr>
              <a:t>soh.OrderDate</a:t>
            </a:r>
            <a:r>
              <a:rPr lang="es-ES" sz="800" dirty="0">
                <a:ea typeface="+mn-lt"/>
                <a:cs typeface="+mn-lt"/>
              </a:rPr>
              <a:t> AS DATE)                           AS </a:t>
            </a:r>
            <a:r>
              <a:rPr lang="es-ES" sz="800" dirty="0" err="1">
                <a:ea typeface="+mn-lt"/>
                <a:cs typeface="+mn-lt"/>
              </a:rPr>
              <a:t>FechaPedido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soh.OnlineOrderFlag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     AS </a:t>
            </a:r>
            <a:r>
              <a:rPr lang="es-ES" sz="800" dirty="0" err="1">
                <a:ea typeface="+mn-lt"/>
                <a:cs typeface="+mn-lt"/>
              </a:rPr>
              <a:t>VentaOnline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soh.SalesOrderNumber</a:t>
            </a:r>
            <a:r>
              <a:rPr lang="es-ES" sz="800" dirty="0">
                <a:ea typeface="+mn-lt"/>
                <a:cs typeface="+mn-lt"/>
              </a:rPr>
              <a:t>                                AS </a:t>
            </a:r>
            <a:r>
              <a:rPr lang="es-ES" sz="800" dirty="0" err="1">
                <a:ea typeface="+mn-lt"/>
                <a:cs typeface="+mn-lt"/>
              </a:rPr>
              <a:t>NumeroPedido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soh.CustomerID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      AS </a:t>
            </a:r>
            <a:r>
              <a:rPr lang="es-ES" sz="800" dirty="0" err="1">
                <a:ea typeface="+mn-lt"/>
                <a:cs typeface="+mn-lt"/>
              </a:rPr>
              <a:t>IDCliente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CAST(CASE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soh.SalesPersonID</a:t>
            </a:r>
            <a:r>
              <a:rPr lang="es-ES" sz="800" dirty="0">
                <a:ea typeface="+mn-lt"/>
                <a:cs typeface="+mn-lt"/>
              </a:rPr>
              <a:t> IS NULL THEN 0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soh.SalesPersonID</a:t>
            </a:r>
            <a:endParaRPr lang="es-ES" dirty="0" err="1">
              <a:ea typeface="+mn-lt"/>
              <a:cs typeface="+mn-lt"/>
            </a:endParaRPr>
          </a:p>
          <a:p>
            <a:r>
              <a:rPr lang="es-ES" sz="800" dirty="0">
                <a:ea typeface="+mn-lt"/>
                <a:cs typeface="+mn-lt"/>
              </a:rPr>
              <a:t>    END AS INT)                                             AS </a:t>
            </a:r>
            <a:r>
              <a:rPr lang="es-ES" sz="800" dirty="0" err="1">
                <a:ea typeface="+mn-lt"/>
                <a:cs typeface="+mn-lt"/>
              </a:rPr>
              <a:t>IDComercial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soh.BillToAddressID</a:t>
            </a:r>
            <a:r>
              <a:rPr lang="es-ES" sz="800" dirty="0">
                <a:ea typeface="+mn-lt"/>
                <a:cs typeface="+mn-lt"/>
              </a:rPr>
              <a:t> AS </a:t>
            </a:r>
            <a:r>
              <a:rPr lang="es-ES" sz="800" dirty="0" err="1">
                <a:ea typeface="+mn-lt"/>
                <a:cs typeface="+mn-lt"/>
              </a:rPr>
              <a:t>IDDireccionFacturacion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c.StoreID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             AS </a:t>
            </a:r>
            <a:r>
              <a:rPr lang="es-ES" sz="800" dirty="0" err="1">
                <a:ea typeface="+mn-lt"/>
                <a:cs typeface="+mn-lt"/>
              </a:rPr>
              <a:t>IDTienda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CAST(CASE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sp.TerritoryID</a:t>
            </a:r>
            <a:r>
              <a:rPr lang="es-ES" sz="800" dirty="0">
                <a:ea typeface="+mn-lt"/>
                <a:cs typeface="+mn-lt"/>
              </a:rPr>
              <a:t> IS NULL THEN 0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ELSE </a:t>
            </a:r>
            <a:r>
              <a:rPr lang="es-ES" sz="800" dirty="0" err="1">
                <a:ea typeface="+mn-lt"/>
                <a:cs typeface="+mn-lt"/>
              </a:rPr>
              <a:t>sp.TerritoryID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    END AS INT)                                              AS </a:t>
            </a:r>
            <a:r>
              <a:rPr lang="es-ES" sz="800" dirty="0" err="1">
                <a:ea typeface="+mn-lt"/>
                <a:cs typeface="+mn-lt"/>
              </a:rPr>
              <a:t>IDTerritorio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sod.OrderQty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        AS Cantidad,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sod.ProductID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        AS </a:t>
            </a:r>
            <a:r>
              <a:rPr lang="es-ES" sz="800" dirty="0" err="1">
                <a:ea typeface="+mn-lt"/>
                <a:cs typeface="+mn-lt"/>
              </a:rPr>
              <a:t>IDProducto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</a:t>
            </a:r>
            <a:r>
              <a:rPr lang="es-ES" sz="800" dirty="0" err="1">
                <a:ea typeface="+mn-lt"/>
                <a:cs typeface="+mn-lt"/>
              </a:rPr>
              <a:t>sod.UnitPrice</a:t>
            </a:r>
            <a:r>
              <a:rPr lang="es-ES" sz="800" dirty="0">
                <a:ea typeface="+mn-lt"/>
                <a:cs typeface="+mn-lt"/>
              </a:rPr>
              <a:t>                                          AS </a:t>
            </a:r>
            <a:r>
              <a:rPr lang="es-ES" sz="800" dirty="0" err="1">
                <a:ea typeface="+mn-lt"/>
                <a:cs typeface="+mn-lt"/>
              </a:rPr>
              <a:t>PrecioUnitario</a:t>
            </a:r>
            <a:r>
              <a:rPr lang="es-ES" sz="800" dirty="0">
                <a:ea typeface="+mn-lt"/>
                <a:cs typeface="+mn-lt"/>
              </a:rPr>
              <a:t>,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CASE 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WHEN </a:t>
            </a:r>
            <a:r>
              <a:rPr lang="es-ES" sz="800" dirty="0" err="1">
                <a:ea typeface="+mn-lt"/>
                <a:cs typeface="+mn-lt"/>
              </a:rPr>
              <a:t>soh.OnlineOrderFlag</a:t>
            </a:r>
            <a:r>
              <a:rPr lang="es-ES" sz="800" dirty="0">
                <a:ea typeface="+mn-lt"/>
                <a:cs typeface="+mn-lt"/>
              </a:rPr>
              <a:t> = 1 THEN 'Online'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     ELSE 'Offline'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    END                                                       AS Canal</a:t>
            </a:r>
            <a:endParaRPr lang="es-ES" dirty="0"/>
          </a:p>
          <a:p>
            <a:r>
              <a:rPr lang="es-ES" sz="800" dirty="0">
                <a:ea typeface="+mn-lt"/>
                <a:cs typeface="+mn-lt"/>
              </a:rPr>
              <a:t>FROM </a:t>
            </a:r>
            <a:r>
              <a:rPr lang="es-ES" sz="800" dirty="0" err="1">
                <a:ea typeface="+mn-lt"/>
                <a:cs typeface="+mn-lt"/>
              </a:rPr>
              <a:t>Sales.SalesOrderHeader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soh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RIGHT JOIN </a:t>
            </a:r>
            <a:r>
              <a:rPr lang="es-ES" sz="800" dirty="0" err="1">
                <a:ea typeface="+mn-lt"/>
                <a:cs typeface="+mn-lt"/>
              </a:rPr>
              <a:t>Sales.SalesOrderDetail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sod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soh.SalesOrderID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sod.SalesOrderID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Sales.Customer</a:t>
            </a:r>
            <a:r>
              <a:rPr lang="es-ES" sz="800" dirty="0">
                <a:ea typeface="+mn-lt"/>
                <a:cs typeface="+mn-lt"/>
              </a:rPr>
              <a:t> c ON </a:t>
            </a:r>
            <a:r>
              <a:rPr lang="es-ES" sz="800" dirty="0" err="1">
                <a:ea typeface="+mn-lt"/>
                <a:cs typeface="+mn-lt"/>
              </a:rPr>
              <a:t>soh.CustomerID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c.CustomerID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Person.Address</a:t>
            </a:r>
            <a:r>
              <a:rPr lang="es-ES" sz="800" dirty="0">
                <a:ea typeface="+mn-lt"/>
                <a:cs typeface="+mn-lt"/>
              </a:rPr>
              <a:t> a ON </a:t>
            </a:r>
            <a:r>
              <a:rPr lang="es-ES" sz="800" dirty="0" err="1">
                <a:ea typeface="+mn-lt"/>
                <a:cs typeface="+mn-lt"/>
              </a:rPr>
              <a:t>soh.BillToAddressID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a.AddressID</a:t>
            </a:r>
            <a:endParaRPr lang="es-ES" dirty="0" err="1"/>
          </a:p>
          <a:p>
            <a:r>
              <a:rPr lang="es-ES" sz="800" dirty="0">
                <a:ea typeface="+mn-lt"/>
                <a:cs typeface="+mn-lt"/>
              </a:rPr>
              <a:t>LEFT JOIN </a:t>
            </a:r>
            <a:r>
              <a:rPr lang="es-ES" sz="800" dirty="0" err="1">
                <a:ea typeface="+mn-lt"/>
                <a:cs typeface="+mn-lt"/>
              </a:rPr>
              <a:t>Sales.SalesPerson</a:t>
            </a:r>
            <a:r>
              <a:rPr lang="es-ES" sz="800" dirty="0">
                <a:ea typeface="+mn-lt"/>
                <a:cs typeface="+mn-lt"/>
              </a:rPr>
              <a:t> </a:t>
            </a:r>
            <a:r>
              <a:rPr lang="es-ES" sz="800" dirty="0" err="1">
                <a:ea typeface="+mn-lt"/>
                <a:cs typeface="+mn-lt"/>
              </a:rPr>
              <a:t>sp</a:t>
            </a:r>
            <a:r>
              <a:rPr lang="es-ES" sz="800" dirty="0">
                <a:ea typeface="+mn-lt"/>
                <a:cs typeface="+mn-lt"/>
              </a:rPr>
              <a:t> ON </a:t>
            </a:r>
            <a:r>
              <a:rPr lang="es-ES" sz="800" dirty="0" err="1">
                <a:ea typeface="+mn-lt"/>
                <a:cs typeface="+mn-lt"/>
              </a:rPr>
              <a:t>soh.SalesPersonID</a:t>
            </a:r>
            <a:r>
              <a:rPr lang="es-ES" sz="800" dirty="0">
                <a:ea typeface="+mn-lt"/>
                <a:cs typeface="+mn-lt"/>
              </a:rPr>
              <a:t> = </a:t>
            </a:r>
            <a:r>
              <a:rPr lang="es-ES" sz="800" dirty="0" err="1">
                <a:ea typeface="+mn-lt"/>
                <a:cs typeface="+mn-lt"/>
              </a:rPr>
              <a:t>sp.BusinessEntityID</a:t>
            </a:r>
            <a:r>
              <a:rPr lang="es-ES" sz="800" dirty="0">
                <a:ea typeface="+mn-lt"/>
                <a:cs typeface="+mn-lt"/>
              </a:rPr>
              <a:t>;</a:t>
            </a:r>
            <a:endParaRPr lang="es-ES" dirty="0">
              <a:ea typeface="+mn-lt"/>
              <a:cs typeface="+mn-lt"/>
            </a:endParaRPr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9A7747C3-F39A-1F10-1C48-14C45703593F}"/>
              </a:ext>
            </a:extLst>
          </p:cNvPr>
          <p:cNvSpPr txBox="1"/>
          <p:nvPr/>
        </p:nvSpPr>
        <p:spPr>
          <a:xfrm>
            <a:off x="6653342" y="1689700"/>
            <a:ext cx="3982770" cy="208773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800" dirty="0">
                <a:ea typeface="Roboto"/>
                <a:cs typeface="Roboto"/>
              </a:rPr>
              <a:t>---</a:t>
            </a:r>
            <a:r>
              <a:rPr lang="es-ES" sz="800" dirty="0" err="1">
                <a:ea typeface="Roboto"/>
                <a:cs typeface="Roboto"/>
              </a:rPr>
              <a:t>FactVentas</a:t>
            </a:r>
            <a:endParaRPr lang="en-US" sz="800" dirty="0" err="1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SELECT DISTINCT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soh.SalesOrderID</a:t>
            </a:r>
            <a:r>
              <a:rPr lang="es-ES" sz="800" dirty="0">
                <a:ea typeface="Roboto"/>
                <a:cs typeface="Roboto"/>
              </a:rPr>
              <a:t>                   AS </a:t>
            </a:r>
            <a:r>
              <a:rPr lang="es-ES" sz="800" dirty="0" err="1">
                <a:ea typeface="Roboto"/>
                <a:cs typeface="Roboto"/>
              </a:rPr>
              <a:t>IDPedido</a:t>
            </a:r>
            <a:r>
              <a:rPr lang="es-ES" sz="800" dirty="0">
                <a:ea typeface="Roboto"/>
                <a:cs typeface="Roboto"/>
              </a:rPr>
              <a:t>,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soh.OrderDate</a:t>
            </a:r>
            <a:r>
              <a:rPr lang="es-ES" sz="800" dirty="0">
                <a:ea typeface="Roboto"/>
                <a:cs typeface="Roboto"/>
              </a:rPr>
              <a:t>                      AS </a:t>
            </a:r>
            <a:r>
              <a:rPr lang="es-ES" sz="800" dirty="0" err="1">
                <a:ea typeface="Roboto"/>
                <a:cs typeface="Roboto"/>
              </a:rPr>
              <a:t>FechaVenta</a:t>
            </a:r>
            <a:r>
              <a:rPr lang="es-ES" sz="800" dirty="0">
                <a:ea typeface="Roboto"/>
                <a:cs typeface="Roboto"/>
              </a:rPr>
              <a:t>,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sod.ProductID</a:t>
            </a:r>
            <a:r>
              <a:rPr lang="es-ES" sz="800" dirty="0">
                <a:ea typeface="Roboto"/>
                <a:cs typeface="Roboto"/>
              </a:rPr>
              <a:t>                      AS </a:t>
            </a:r>
            <a:r>
              <a:rPr lang="es-ES" sz="800" dirty="0" err="1">
                <a:ea typeface="Roboto"/>
                <a:cs typeface="Roboto"/>
              </a:rPr>
              <a:t>IDProducto</a:t>
            </a:r>
            <a:r>
              <a:rPr lang="es-ES" sz="800" dirty="0">
                <a:ea typeface="Roboto"/>
                <a:cs typeface="Roboto"/>
              </a:rPr>
              <a:t>,</a:t>
            </a:r>
            <a:endParaRPr lang="en-US" sz="80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v.BusinessEntityID</a:t>
            </a:r>
            <a:r>
              <a:rPr lang="es-ES" sz="800" dirty="0">
                <a:ea typeface="Roboto"/>
                <a:cs typeface="Roboto"/>
              </a:rPr>
              <a:t>                     AS </a:t>
            </a:r>
            <a:r>
              <a:rPr lang="es-ES" sz="800" dirty="0" err="1">
                <a:ea typeface="Roboto"/>
                <a:cs typeface="Roboto"/>
              </a:rPr>
              <a:t>IDProveedor</a:t>
            </a:r>
            <a:r>
              <a:rPr lang="es-ES" sz="800" dirty="0">
                <a:ea typeface="Roboto"/>
                <a:cs typeface="Roboto"/>
              </a:rPr>
              <a:t>,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soh.BillToAddressID</a:t>
            </a:r>
            <a:r>
              <a:rPr lang="es-ES" sz="800" dirty="0">
                <a:ea typeface="Roboto"/>
                <a:cs typeface="Roboto"/>
              </a:rPr>
              <a:t>                 AS </a:t>
            </a:r>
            <a:r>
              <a:rPr lang="es-ES" sz="800" dirty="0" err="1">
                <a:ea typeface="Roboto"/>
                <a:cs typeface="Roboto"/>
              </a:rPr>
              <a:t>IDDireccionFacturacion</a:t>
            </a:r>
            <a:r>
              <a:rPr lang="es-ES" sz="800" dirty="0">
                <a:ea typeface="Roboto"/>
                <a:cs typeface="Roboto"/>
              </a:rPr>
              <a:t>,  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sod.OrderQty</a:t>
            </a:r>
            <a:r>
              <a:rPr lang="es-ES" sz="800" dirty="0">
                <a:ea typeface="Roboto"/>
                <a:cs typeface="Roboto"/>
              </a:rPr>
              <a:t>                         AS </a:t>
            </a:r>
            <a:r>
              <a:rPr lang="es-ES" sz="800" dirty="0" err="1">
                <a:ea typeface="Roboto"/>
                <a:cs typeface="Roboto"/>
              </a:rPr>
              <a:t>CantidadVendida</a:t>
            </a:r>
            <a:r>
              <a:rPr lang="es-ES" sz="800" dirty="0">
                <a:ea typeface="Roboto"/>
                <a:cs typeface="Roboto"/>
              </a:rPr>
              <a:t>,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sod.UnitPrice</a:t>
            </a:r>
            <a:r>
              <a:rPr lang="es-ES" sz="800" dirty="0">
                <a:ea typeface="Roboto"/>
                <a:cs typeface="Roboto"/>
              </a:rPr>
              <a:t>                        AS </a:t>
            </a:r>
            <a:r>
              <a:rPr lang="es-ES" sz="800" dirty="0" err="1">
                <a:ea typeface="Roboto"/>
                <a:cs typeface="Roboto"/>
              </a:rPr>
              <a:t>PrecioUnitario</a:t>
            </a:r>
            <a:r>
              <a:rPr lang="es-ES" sz="800" dirty="0">
                <a:ea typeface="Roboto"/>
                <a:cs typeface="Roboto"/>
              </a:rPr>
              <a:t>,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    </a:t>
            </a:r>
            <a:r>
              <a:rPr lang="es-ES" sz="800" dirty="0" err="1">
                <a:ea typeface="Roboto"/>
                <a:cs typeface="Roboto"/>
              </a:rPr>
              <a:t>a.StateProvinceID</a:t>
            </a:r>
            <a:r>
              <a:rPr lang="es-ES" sz="800" dirty="0">
                <a:ea typeface="Roboto"/>
                <a:cs typeface="Roboto"/>
              </a:rPr>
              <a:t>                    AS </a:t>
            </a:r>
            <a:r>
              <a:rPr lang="es-ES" sz="800" dirty="0" err="1">
                <a:ea typeface="Roboto"/>
                <a:cs typeface="Roboto"/>
              </a:rPr>
              <a:t>IDProvincia</a:t>
            </a:r>
            <a:endParaRPr lang="en-US" sz="800" dirty="0" err="1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FROM AdventureWorks2022.Sales.SalesOrderHeader </a:t>
            </a:r>
            <a:r>
              <a:rPr lang="es-ES" sz="800" dirty="0" err="1">
                <a:ea typeface="Roboto"/>
                <a:cs typeface="Roboto"/>
              </a:rPr>
              <a:t>soh</a:t>
            </a:r>
            <a:r>
              <a:rPr lang="es-ES" sz="800" dirty="0">
                <a:ea typeface="Roboto"/>
                <a:cs typeface="Roboto"/>
              </a:rPr>
              <a:t>  </a:t>
            </a:r>
            <a:endParaRPr lang="en-US" sz="800" dirty="0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Sales.SalesOrderDetail</a:t>
            </a:r>
            <a:r>
              <a:rPr lang="es-ES" sz="800" dirty="0">
                <a:ea typeface="Roboto"/>
                <a:cs typeface="Roboto"/>
              </a:rPr>
              <a:t> </a:t>
            </a:r>
            <a:r>
              <a:rPr lang="es-ES" sz="800" dirty="0" err="1">
                <a:ea typeface="Roboto"/>
                <a:cs typeface="Roboto"/>
              </a:rPr>
              <a:t>sod</a:t>
            </a:r>
            <a:r>
              <a:rPr lang="es-ES" sz="800" dirty="0">
                <a:ea typeface="Roboto"/>
                <a:cs typeface="Roboto"/>
              </a:rPr>
              <a:t> ON </a:t>
            </a:r>
            <a:r>
              <a:rPr lang="es-ES" sz="800" dirty="0" err="1">
                <a:ea typeface="Roboto"/>
                <a:cs typeface="Roboto"/>
              </a:rPr>
              <a:t>soh.SalesOrderID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sod.SalesOrderID</a:t>
            </a:r>
            <a:endParaRPr lang="en-US" sz="800" dirty="0" err="1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Purchasing.ProductVendor</a:t>
            </a:r>
            <a:r>
              <a:rPr lang="es-ES" sz="800" dirty="0">
                <a:ea typeface="Roboto"/>
                <a:cs typeface="Roboto"/>
              </a:rPr>
              <a:t> v ON </a:t>
            </a:r>
            <a:r>
              <a:rPr lang="es-ES" sz="800" dirty="0" err="1">
                <a:ea typeface="Roboto"/>
                <a:cs typeface="Roboto"/>
              </a:rPr>
              <a:t>sod.ProductID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v.ProductID</a:t>
            </a:r>
            <a:endParaRPr lang="en-US" sz="800" dirty="0" err="1">
              <a:ea typeface="Roboto"/>
              <a:cs typeface="Roboto"/>
            </a:endParaRPr>
          </a:p>
          <a:p>
            <a:r>
              <a:rPr lang="es-ES" sz="800" dirty="0">
                <a:ea typeface="Roboto"/>
                <a:cs typeface="Roboto"/>
              </a:rPr>
              <a:t>LEFT JOIN </a:t>
            </a:r>
            <a:r>
              <a:rPr lang="es-ES" sz="800" dirty="0" err="1">
                <a:ea typeface="Roboto"/>
                <a:cs typeface="Roboto"/>
              </a:rPr>
              <a:t>Person.Address</a:t>
            </a:r>
            <a:r>
              <a:rPr lang="es-ES" sz="800" dirty="0">
                <a:ea typeface="Roboto"/>
                <a:cs typeface="Roboto"/>
              </a:rPr>
              <a:t> a ON </a:t>
            </a:r>
            <a:r>
              <a:rPr lang="es-ES" sz="800" dirty="0" err="1">
                <a:ea typeface="Roboto"/>
                <a:cs typeface="Roboto"/>
              </a:rPr>
              <a:t>soh.BillToAddressID</a:t>
            </a:r>
            <a:r>
              <a:rPr lang="es-ES" sz="800" dirty="0">
                <a:ea typeface="Roboto"/>
                <a:cs typeface="Roboto"/>
              </a:rPr>
              <a:t> = </a:t>
            </a:r>
            <a:r>
              <a:rPr lang="es-ES" sz="800" dirty="0" err="1">
                <a:ea typeface="Roboto"/>
                <a:cs typeface="Roboto"/>
              </a:rPr>
              <a:t>a.AddressID</a:t>
            </a:r>
            <a:endParaRPr lang="es-ES" dirty="0" err="1"/>
          </a:p>
          <a:p>
            <a:endParaRPr lang="es-ES" sz="800">
              <a:ea typeface="Roboto"/>
              <a:cs typeface="Roboto"/>
            </a:endParaRPr>
          </a:p>
          <a:p>
            <a:endParaRPr lang="es-ES" sz="80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40023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396BAAC5-098F-56C0-0E99-D83363B26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450" y="2093548"/>
            <a:ext cx="7785100" cy="4873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s-ES" sz="3200" dirty="0">
                <a:solidFill>
                  <a:srgbClr val="002060"/>
                </a:solidFill>
                <a:ea typeface="Roboto"/>
                <a:cs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Cuadro de mando Ventas</a:t>
            </a:r>
            <a:endParaRPr lang="es-ES" sz="3200">
              <a:solidFill>
                <a:srgbClr val="002060"/>
              </a:solidFill>
              <a:ea typeface="Roboto"/>
              <a:cs typeface="Roboto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117570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371E-9E6F-589D-DF85-10BAA3AE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0DC56676-74D9-0DA7-C766-EABA3903E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450" y="2158677"/>
            <a:ext cx="7785100" cy="4873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s-ES" sz="3200" dirty="0">
                <a:solidFill>
                  <a:srgbClr val="002060"/>
                </a:solidFill>
                <a:ea typeface="Roboto"/>
                <a:cs typeface="Roboto"/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336781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ampusDual TIC">
      <a:dk1>
        <a:srgbClr val="1E1E1E"/>
      </a:dk1>
      <a:lt1>
        <a:sysClr val="window" lastClr="FFFFFF"/>
      </a:lt1>
      <a:dk2>
        <a:srgbClr val="C2F457"/>
      </a:dk2>
      <a:lt2>
        <a:srgbClr val="FFFFFF"/>
      </a:lt2>
      <a:accent1>
        <a:srgbClr val="C2F457"/>
      </a:accent1>
      <a:accent2>
        <a:srgbClr val="F64983"/>
      </a:accent2>
      <a:accent3>
        <a:srgbClr val="88D61D"/>
      </a:accent3>
      <a:accent4>
        <a:srgbClr val="1A3459"/>
      </a:accent4>
      <a:accent5>
        <a:srgbClr val="FA94B6"/>
      </a:accent5>
      <a:accent6>
        <a:srgbClr val="C5EF8D"/>
      </a:accent6>
      <a:hlink>
        <a:srgbClr val="00B0F0"/>
      </a:hlink>
      <a:folHlink>
        <a:srgbClr val="F64983"/>
      </a:folHlink>
    </a:clrScheme>
    <a:fontScheme name="CampusDualTIC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419C85CAD7FD48B09C467465F93B7D" ma:contentTypeVersion="8" ma:contentTypeDescription="Crear nuevo documento." ma:contentTypeScope="" ma:versionID="14b1d391573274c33fea384e05020d40">
  <xsd:schema xmlns:xsd="http://www.w3.org/2001/XMLSchema" xmlns:xs="http://www.w3.org/2001/XMLSchema" xmlns:p="http://schemas.microsoft.com/office/2006/metadata/properties" xmlns:ns2="e384215e-702e-4978-8c9d-7d06630fe057" targetNamespace="http://schemas.microsoft.com/office/2006/metadata/properties" ma:root="true" ma:fieldsID="071e9510dd424479083cb9815a38bd45" ns2:_="">
    <xsd:import namespace="e384215e-702e-4978-8c9d-7d06630fe0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4215e-702e-4978-8c9d-7d06630fe0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69E723-33A4-4A86-93D0-43703701DB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384215e-702e-4978-8c9d-7d06630fe05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227060-BD82-44F6-8062-B2E58AECD7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00260C-DAD8-4063-A238-47DF399E11D4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CampusDualTIC</Template>
  <Application>Microsoft Office PowerPoint</Application>
  <PresentationFormat>Panorámica</PresentationFormat>
  <Slides>16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Presentación de PowerPoint</vt:lpstr>
      <vt:lpstr>Presentación de PowerPoint</vt:lpstr>
      <vt:lpstr>Versiones</vt:lpstr>
      <vt:lpstr>Arquitectura de medallón | Bronze</vt:lpstr>
      <vt:lpstr>Arquitectura de medallón | Bronze</vt:lpstr>
      <vt:lpstr>Arquitectura de medallón | Silver</vt:lpstr>
      <vt:lpstr>Arquitectura de medallón | Silver</vt:lpstr>
      <vt:lpstr>Arquitectura de medallón | Gold</vt:lpstr>
      <vt:lpstr>Arquitectura de medallón | Gold</vt:lpstr>
      <vt:lpstr>Modelo y medidas</vt:lpstr>
      <vt:lpstr>Consultas SQL y parámetro origen</vt:lpstr>
      <vt:lpstr>Consultas SQL y parámetro origen</vt:lpstr>
      <vt:lpstr>Consultas SQL y parámetro origen</vt:lpstr>
      <vt:lpstr>Consultas SQL y parámetro origen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Marina Cores Fernández</dc:creator>
  <cp:lastModifiedBy>Daniel Alvarez Miguez</cp:lastModifiedBy>
  <cp:revision>288</cp:revision>
  <dcterms:created xsi:type="dcterms:W3CDTF">2024-09-19T11:09:05Z</dcterms:created>
  <dcterms:modified xsi:type="dcterms:W3CDTF">2025-03-26T12:39:49Z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Text">
    <vt:lpwstr>Interno</vt:lpwstr>
  </property>
  <property fmtid="{D5CDD505-2E9C-101B-9397-08002B2CF9AE}" pid="3" name="MSIP_Label_6005d2ca-06de-4e7a-a1a4-66e941d153e5_Enabled">
    <vt:lpwstr>true</vt:lpwstr>
  </property>
  <property fmtid="{D5CDD505-2E9C-101B-9397-08002B2CF9AE}" pid="4" name="MSIP_Label_6005d2ca-06de-4e7a-a1a4-66e941d153e5_SiteId">
    <vt:lpwstr>3edf8a8d-71de-48d9-a981-d7493ad2b191</vt:lpwstr>
  </property>
  <property fmtid="{D5CDD505-2E9C-101B-9397-08002B2CF9AE}" pid="5" name="MSIP_Label_6005d2ca-06de-4e7a-a1a4-66e941d153e5_Method">
    <vt:lpwstr>Privileged</vt:lpwstr>
  </property>
  <property fmtid="{D5CDD505-2E9C-101B-9397-08002B2CF9AE}" pid="6" name="MediaServiceImageTags">
    <vt:lpwstr/>
  </property>
  <property fmtid="{D5CDD505-2E9C-101B-9397-08002B2CF9AE}" pid="7" name="MSIP_Label_6005d2ca-06de-4e7a-a1a4-66e941d153e5_ContentBits">
    <vt:lpwstr>2</vt:lpwstr>
  </property>
  <property fmtid="{D5CDD505-2E9C-101B-9397-08002B2CF9AE}" pid="8" name="ContentTypeId">
    <vt:lpwstr>0x010100E8419C85CAD7FD48B09C467465F93B7D</vt:lpwstr>
  </property>
  <property fmtid="{D5CDD505-2E9C-101B-9397-08002B2CF9AE}" pid="9" name="MSIP_Label_6005d2ca-06de-4e7a-a1a4-66e941d153e5_SetDate">
    <vt:lpwstr>2024-09-23T08:14:54Z</vt:lpwstr>
  </property>
  <property fmtid="{D5CDD505-2E9C-101B-9397-08002B2CF9AE}" pid="10" name="MSIP_Label_6005d2ca-06de-4e7a-a1a4-66e941d153e5_Name">
    <vt:lpwstr>Interna</vt:lpwstr>
  </property>
  <property fmtid="{D5CDD505-2E9C-101B-9397-08002B2CF9AE}" pid="11" name="ClassificationContentMarkingFooterLocations">
    <vt:lpwstr>Tema de Office:5</vt:lpwstr>
  </property>
  <property fmtid="{D5CDD505-2E9C-101B-9397-08002B2CF9AE}" pid="12" name="MSIP_Label_6005d2ca-06de-4e7a-a1a4-66e941d153e5_ActionId">
    <vt:lpwstr>a4dfe682-db9f-45c9-a4e0-e8105eb81c29</vt:lpwstr>
  </property>
</Properties>
</file>