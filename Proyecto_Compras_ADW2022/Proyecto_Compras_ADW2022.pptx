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sldIdLst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74" r:id="rId14"/>
    <p:sldId id="269" r:id="rId15"/>
    <p:sldId id="271" r:id="rId16"/>
    <p:sldId id="272" r:id="rId17"/>
    <p:sldId id="260" r:id="rId18"/>
    <p:sldId id="270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459"/>
    <a:srgbClr val="C2F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30C91-74C4-0492-6409-37530AC8F973}" v="650" dt="2025-03-26T08:03:08.112"/>
    <p1510:client id="{6C32C746-B247-6220-16E4-E46FDCBF75BB}" v="58" dt="2025-03-25T09:29:49.958"/>
    <p1510:client id="{9A3A78F0-CD3C-47BB-DE10-4A6E7AA67709}" v="398" dt="2025-03-24T17:01:35.333"/>
    <p1510:client id="{B6A37FEC-FF92-55BD-7DFF-0BE3FD349345}" v="1" dt="2025-03-25T16:40:26.708"/>
    <p1510:client id="{D3E62C57-92DC-D39B-807A-6180E8AE3B37}" v="1" dt="2025-03-25T10:22:44.293"/>
    <p1510:client id="{E6447B97-7A63-4ABA-D6A6-E455F6AB8A04}" v="9" dt="2025-03-26T10:45:42.965"/>
    <p1510:client id="{E6646DAB-CC38-B237-7562-C13D15A5916A}" v="18" dt="2025-03-24T17:28:18.529"/>
    <p1510:client id="{EE8BF799-C8F4-337C-108D-B93FC02CBABE}" v="4" dt="2025-03-26T12:40:10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varez Miguez" userId="S::daniel.alvarez@campusdual.com::a346ad28-f425-4812-960c-980db2264c4d" providerId="AD" clId="Web-{B6A37FEC-FF92-55BD-7DFF-0BE3FD349345}"/>
    <pc:docChg chg="modSld">
      <pc:chgData name="Daniel Alvarez Miguez" userId="S::daniel.alvarez@campusdual.com::a346ad28-f425-4812-960c-980db2264c4d" providerId="AD" clId="Web-{B6A37FEC-FF92-55BD-7DFF-0BE3FD349345}" dt="2025-03-25T16:40:26.708" v="0" actId="20577"/>
      <pc:docMkLst>
        <pc:docMk/>
      </pc:docMkLst>
      <pc:sldChg chg="modSp">
        <pc:chgData name="Daniel Alvarez Miguez" userId="S::daniel.alvarez@campusdual.com::a346ad28-f425-4812-960c-980db2264c4d" providerId="AD" clId="Web-{B6A37FEC-FF92-55BD-7DFF-0BE3FD349345}" dt="2025-03-25T16:40:26.708" v="0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B6A37FEC-FF92-55BD-7DFF-0BE3FD349345}" dt="2025-03-25T16:40:26.708" v="0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  <pc:docChgLst>
    <pc:chgData name="Daniel Alvarez Miguez" userId="S::daniel.alvarez@campusdual.com::a346ad28-f425-4812-960c-980db2264c4d" providerId="AD" clId="Web-{D3E62C57-92DC-D39B-807A-6180E8AE3B37}"/>
    <pc:docChg chg="modSld">
      <pc:chgData name="Daniel Alvarez Miguez" userId="S::daniel.alvarez@campusdual.com::a346ad28-f425-4812-960c-980db2264c4d" providerId="AD" clId="Web-{D3E62C57-92DC-D39B-807A-6180E8AE3B37}" dt="2025-03-25T10:22:44.293" v="0" actId="20577"/>
      <pc:docMkLst>
        <pc:docMk/>
      </pc:docMkLst>
      <pc:sldChg chg="modSp">
        <pc:chgData name="Daniel Alvarez Miguez" userId="S::daniel.alvarez@campusdual.com::a346ad28-f425-4812-960c-980db2264c4d" providerId="AD" clId="Web-{D3E62C57-92DC-D39B-807A-6180E8AE3B37}" dt="2025-03-25T10:22:44.293" v="0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D3E62C57-92DC-D39B-807A-6180E8AE3B37}" dt="2025-03-25T10:22:44.293" v="0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  <pc:docChgLst>
    <pc:chgData name="Daniel Alvarez Miguez" userId="S::daniel.alvarez@campusdual.com::a346ad28-f425-4812-960c-980db2264c4d" providerId="AD" clId="Web-{EE8BF799-C8F4-337C-108D-B93FC02CBABE}"/>
    <pc:docChg chg="modSld">
      <pc:chgData name="Daniel Alvarez Miguez" userId="S::daniel.alvarez@campusdual.com::a346ad28-f425-4812-960c-980db2264c4d" providerId="AD" clId="Web-{EE8BF799-C8F4-337C-108D-B93FC02CBABE}" dt="2025-03-26T12:39:17.271" v="1" actId="20577"/>
      <pc:docMkLst>
        <pc:docMk/>
      </pc:docMkLst>
      <pc:sldChg chg="modSp">
        <pc:chgData name="Daniel Alvarez Miguez" userId="S::daniel.alvarez@campusdual.com::a346ad28-f425-4812-960c-980db2264c4d" providerId="AD" clId="Web-{EE8BF799-C8F4-337C-108D-B93FC02CBABE}" dt="2025-03-26T12:39:17.271" v="1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EE8BF799-C8F4-337C-108D-B93FC02CBABE}" dt="2025-03-26T12:39:17.271" v="1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  <pc:docChgLst>
    <pc:chgData name="Daniel Alvarez Miguez" userId="a346ad28-f425-4812-960c-980db2264c4d" providerId="ADAL" clId="{E55CCD32-3B99-4844-82C5-8D1975DE9BEE}"/>
    <pc:docChg chg="modSld">
      <pc:chgData name="Daniel Alvarez Miguez" userId="a346ad28-f425-4812-960c-980db2264c4d" providerId="ADAL" clId="{E55CCD32-3B99-4844-82C5-8D1975DE9BEE}" dt="2025-03-24T17:53:54.567" v="10" actId="1076"/>
      <pc:docMkLst>
        <pc:docMk/>
      </pc:docMkLst>
      <pc:sldChg chg="modSp">
        <pc:chgData name="Daniel Alvarez Miguez" userId="a346ad28-f425-4812-960c-980db2264c4d" providerId="ADAL" clId="{E55CCD32-3B99-4844-82C5-8D1975DE9BEE}" dt="2025-03-24T17:53:26.266" v="9" actId="1076"/>
        <pc:sldMkLst>
          <pc:docMk/>
          <pc:sldMk cId="2117570160" sldId="260"/>
        </pc:sldMkLst>
        <pc:spChg chg="mod">
          <ac:chgData name="Daniel Alvarez Miguez" userId="a346ad28-f425-4812-960c-980db2264c4d" providerId="ADAL" clId="{E55CCD32-3B99-4844-82C5-8D1975DE9BEE}" dt="2025-03-24T17:53:26.266" v="9" actId="1076"/>
          <ac:spMkLst>
            <pc:docMk/>
            <pc:sldMk cId="2117570160" sldId="260"/>
            <ac:spMk id="2" creationId="{396BAAC5-098F-56C0-0E99-D83363B2663B}"/>
          </ac:spMkLst>
        </pc:spChg>
      </pc:sldChg>
      <pc:sldChg chg="modSp">
        <pc:chgData name="Daniel Alvarez Miguez" userId="a346ad28-f425-4812-960c-980db2264c4d" providerId="ADAL" clId="{E55CCD32-3B99-4844-82C5-8D1975DE9BEE}" dt="2025-03-24T17:53:54.567" v="10" actId="1076"/>
        <pc:sldMkLst>
          <pc:docMk/>
          <pc:sldMk cId="336781389" sldId="270"/>
        </pc:sldMkLst>
        <pc:spChg chg="mod">
          <ac:chgData name="Daniel Alvarez Miguez" userId="a346ad28-f425-4812-960c-980db2264c4d" providerId="ADAL" clId="{E55CCD32-3B99-4844-82C5-8D1975DE9BEE}" dt="2025-03-24T17:53:54.567" v="10" actId="1076"/>
          <ac:spMkLst>
            <pc:docMk/>
            <pc:sldMk cId="336781389" sldId="270"/>
            <ac:spMk id="2" creationId="{0DC56676-74D9-0DA7-C766-EABA3903E335}"/>
          </ac:spMkLst>
        </pc:spChg>
      </pc:sldChg>
      <pc:sldChg chg="modSp">
        <pc:chgData name="Daniel Alvarez Miguez" userId="a346ad28-f425-4812-960c-980db2264c4d" providerId="ADAL" clId="{E55CCD32-3B99-4844-82C5-8D1975DE9BEE}" dt="2025-03-24T17:49:29.515" v="7" actId="1076"/>
        <pc:sldMkLst>
          <pc:docMk/>
          <pc:sldMk cId="4250914526" sldId="271"/>
        </pc:sldMkLst>
        <pc:spChg chg="mod">
          <ac:chgData name="Daniel Alvarez Miguez" userId="a346ad28-f425-4812-960c-980db2264c4d" providerId="ADAL" clId="{E55CCD32-3B99-4844-82C5-8D1975DE9BEE}" dt="2025-03-24T17:49:29.515" v="7" actId="1076"/>
          <ac:spMkLst>
            <pc:docMk/>
            <pc:sldMk cId="4250914526" sldId="271"/>
            <ac:spMk id="4" creationId="{9DCD4725-54B4-CF9C-4DEE-442EAEDD34E9}"/>
          </ac:spMkLst>
        </pc:spChg>
        <pc:spChg chg="mod">
          <ac:chgData name="Daniel Alvarez Miguez" userId="a346ad28-f425-4812-960c-980db2264c4d" providerId="ADAL" clId="{E55CCD32-3B99-4844-82C5-8D1975DE9BEE}" dt="2025-03-24T17:49:01.542" v="5" actId="1076"/>
          <ac:spMkLst>
            <pc:docMk/>
            <pc:sldMk cId="4250914526" sldId="271"/>
            <ac:spMk id="6" creationId="{C0165779-FAFA-56A1-B67F-D314DE8A5E97}"/>
          </ac:spMkLst>
        </pc:spChg>
      </pc:sldChg>
      <pc:sldChg chg="modSp">
        <pc:chgData name="Daniel Alvarez Miguez" userId="a346ad28-f425-4812-960c-980db2264c4d" providerId="ADAL" clId="{E55CCD32-3B99-4844-82C5-8D1975DE9BEE}" dt="2025-03-24T17:48:47.659" v="2" actId="1076"/>
        <pc:sldMkLst>
          <pc:docMk/>
          <pc:sldMk cId="2522611134" sldId="272"/>
        </pc:sldMkLst>
        <pc:spChg chg="mod">
          <ac:chgData name="Daniel Alvarez Miguez" userId="a346ad28-f425-4812-960c-980db2264c4d" providerId="ADAL" clId="{E55CCD32-3B99-4844-82C5-8D1975DE9BEE}" dt="2025-03-24T17:48:47.659" v="2" actId="1076"/>
          <ac:spMkLst>
            <pc:docMk/>
            <pc:sldMk cId="2522611134" sldId="272"/>
            <ac:spMk id="4" creationId="{9A7747C3-F39A-1F10-1C48-14C45703593F}"/>
          </ac:spMkLst>
        </pc:spChg>
      </pc:sldChg>
      <pc:sldChg chg="modSp">
        <pc:chgData name="Daniel Alvarez Miguez" userId="a346ad28-f425-4812-960c-980db2264c4d" providerId="ADAL" clId="{E55CCD32-3B99-4844-82C5-8D1975DE9BEE}" dt="2025-03-24T17:49:59.811" v="8" actId="1076"/>
        <pc:sldMkLst>
          <pc:docMk/>
          <pc:sldMk cId="1228427657" sldId="273"/>
        </pc:sldMkLst>
        <pc:picChg chg="mod">
          <ac:chgData name="Daniel Alvarez Miguez" userId="a346ad28-f425-4812-960c-980db2264c4d" providerId="ADAL" clId="{E55CCD32-3B99-4844-82C5-8D1975DE9BEE}" dt="2025-03-24T17:49:59.811" v="8" actId="1076"/>
          <ac:picMkLst>
            <pc:docMk/>
            <pc:sldMk cId="1228427657" sldId="273"/>
            <ac:picMk id="4" creationId="{5C317465-CB98-1439-AFCF-03B73FF7F4C8}"/>
          </ac:picMkLst>
        </pc:picChg>
      </pc:sldChg>
    </pc:docChg>
  </pc:docChgLst>
  <pc:docChgLst>
    <pc:chgData name="Daniel Alvarez Miguez" userId="S::daniel.alvarez@campusdual.com::a346ad28-f425-4812-960c-980db2264c4d" providerId="AD" clId="Web-{9A3A78F0-CD3C-47BB-DE10-4A6E7AA67709}"/>
    <pc:docChg chg="addSld delSld modSld">
      <pc:chgData name="Daniel Alvarez Miguez" userId="S::daniel.alvarez@campusdual.com::a346ad28-f425-4812-960c-980db2264c4d" providerId="AD" clId="Web-{9A3A78F0-CD3C-47BB-DE10-4A6E7AA67709}" dt="2025-03-24T17:01:16.520" v="314" actId="20577"/>
      <pc:docMkLst>
        <pc:docMk/>
      </pc:docMkLst>
      <pc:sldChg chg="modSp">
        <pc:chgData name="Daniel Alvarez Miguez" userId="S::daniel.alvarez@campusdual.com::a346ad28-f425-4812-960c-980db2264c4d" providerId="AD" clId="Web-{9A3A78F0-CD3C-47BB-DE10-4A6E7AA67709}" dt="2025-03-24T16:42:21.328" v="186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9A3A78F0-CD3C-47BB-DE10-4A6E7AA67709}" dt="2025-03-24T16:42:21.328" v="186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delSp modSp">
        <pc:chgData name="Daniel Alvarez Miguez" userId="S::daniel.alvarez@campusdual.com::a346ad28-f425-4812-960c-980db2264c4d" providerId="AD" clId="Web-{9A3A78F0-CD3C-47BB-DE10-4A6E7AA67709}" dt="2025-03-24T16:59:55.079" v="268" actId="20577"/>
        <pc:sldMkLst>
          <pc:docMk/>
          <pc:sldMk cId="1270929566" sldId="261"/>
        </pc:sldMkLst>
        <pc:spChg chg="del">
          <ac:chgData name="Daniel Alvarez Miguez" userId="S::daniel.alvarez@campusdual.com::a346ad28-f425-4812-960c-980db2264c4d" providerId="AD" clId="Web-{9A3A78F0-CD3C-47BB-DE10-4A6E7AA67709}" dt="2025-03-24T16:56:54.508" v="258"/>
          <ac:spMkLst>
            <pc:docMk/>
            <pc:sldMk cId="1270929566" sldId="261"/>
            <ac:spMk id="2" creationId="{6992E468-654B-67C9-9A71-BDD2FB22C822}"/>
          </ac:spMkLst>
        </pc:spChg>
        <pc:spChg chg="del">
          <ac:chgData name="Daniel Alvarez Miguez" userId="S::daniel.alvarez@campusdual.com::a346ad28-f425-4812-960c-980db2264c4d" providerId="AD" clId="Web-{9A3A78F0-CD3C-47BB-DE10-4A6E7AA67709}" dt="2025-03-24T16:56:46.492" v="257"/>
          <ac:spMkLst>
            <pc:docMk/>
            <pc:sldMk cId="1270929566" sldId="261"/>
            <ac:spMk id="4" creationId="{AE14B8D8-AC69-3E47-8916-B65041291222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6:59:55.079" v="268" actId="20577"/>
          <ac:spMkLst>
            <pc:docMk/>
            <pc:sldMk cId="1270929566" sldId="261"/>
            <ac:spMk id="5" creationId="{618988AE-B4E7-4A11-A90F-B9F064A402FB}"/>
          </ac:spMkLst>
        </pc:spChg>
      </pc:sldChg>
      <pc:sldChg chg="modSp">
        <pc:chgData name="Daniel Alvarez Miguez" userId="S::daniel.alvarez@campusdual.com::a346ad28-f425-4812-960c-980db2264c4d" providerId="AD" clId="Web-{9A3A78F0-CD3C-47BB-DE10-4A6E7AA67709}" dt="2025-03-24T16:54:48.987" v="256" actId="20577"/>
        <pc:sldMkLst>
          <pc:docMk/>
          <pc:sldMk cId="1827897866" sldId="262"/>
        </pc:sldMkLst>
        <pc:spChg chg="mod">
          <ac:chgData name="Daniel Alvarez Miguez" userId="S::daniel.alvarez@campusdual.com::a346ad28-f425-4812-960c-980db2264c4d" providerId="AD" clId="Web-{9A3A78F0-CD3C-47BB-DE10-4A6E7AA67709}" dt="2025-03-24T16:54:48.987" v="256" actId="20577"/>
          <ac:spMkLst>
            <pc:docMk/>
            <pc:sldMk cId="1827897866" sldId="262"/>
            <ac:spMk id="2" creationId="{65920962-9F93-41C3-0227-F28D61570437}"/>
          </ac:spMkLst>
        </pc:spChg>
      </pc:sldChg>
      <pc:sldChg chg="modSp">
        <pc:chgData name="Daniel Alvarez Miguez" userId="S::daniel.alvarez@campusdual.com::a346ad28-f425-4812-960c-980db2264c4d" providerId="AD" clId="Web-{9A3A78F0-CD3C-47BB-DE10-4A6E7AA67709}" dt="2025-03-24T17:00:07.235" v="283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9A3A78F0-CD3C-47BB-DE10-4A6E7AA67709}" dt="2025-03-24T16:42:35.766" v="189" actId="20577"/>
          <ac:spMkLst>
            <pc:docMk/>
            <pc:sldMk cId="3524099" sldId="263"/>
            <ac:spMk id="4" creationId="{AE14B8D8-AC69-3E47-8916-B65041291222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0:07.235" v="283" actId="20577"/>
          <ac:spMkLst>
            <pc:docMk/>
            <pc:sldMk cId="3524099" sldId="263"/>
            <ac:spMk id="5" creationId="{618988AE-B4E7-4A11-A90F-B9F064A402FB}"/>
          </ac:spMkLst>
        </pc:sp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0:20.705" v="304" actId="20577"/>
        <pc:sldMkLst>
          <pc:docMk/>
          <pc:sldMk cId="3777948448" sldId="264"/>
        </pc:sldMkLst>
        <pc:spChg chg="mod">
          <ac:chgData name="Daniel Alvarez Miguez" userId="S::daniel.alvarez@campusdual.com::a346ad28-f425-4812-960c-980db2264c4d" providerId="AD" clId="Web-{9A3A78F0-CD3C-47BB-DE10-4A6E7AA67709}" dt="2025-03-24T16:23:31.965" v="69" actId="20577"/>
          <ac:spMkLst>
            <pc:docMk/>
            <pc:sldMk cId="3777948448" sldId="264"/>
            <ac:spMk id="2" creationId="{8979A71E-B4F6-BF25-3159-4BE51F8924F7}"/>
          </ac:spMkLst>
        </pc:spChg>
        <pc:spChg chg="del mod">
          <ac:chgData name="Daniel Alvarez Miguez" userId="S::daniel.alvarez@campusdual.com::a346ad28-f425-4812-960c-980db2264c4d" providerId="AD" clId="Web-{9A3A78F0-CD3C-47BB-DE10-4A6E7AA67709}" dt="2025-03-24T16:20:56.771" v="16"/>
          <ac:spMkLst>
            <pc:docMk/>
            <pc:sldMk cId="3777948448" sldId="264"/>
            <ac:spMk id="4" creationId="{0FDFDA77-7848-47CE-D7AE-5B0035F8FB15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0:20.705" v="304" actId="20577"/>
          <ac:spMkLst>
            <pc:docMk/>
            <pc:sldMk cId="3777948448" sldId="264"/>
            <ac:spMk id="5" creationId="{E568E315-E498-5182-F6F1-3E332B7FDB35}"/>
          </ac:spMkLst>
        </pc:spChg>
        <pc:picChg chg="add mod">
          <ac:chgData name="Daniel Alvarez Miguez" userId="S::daniel.alvarez@campusdual.com::a346ad28-f425-4812-960c-980db2264c4d" providerId="AD" clId="Web-{9A3A78F0-CD3C-47BB-DE10-4A6E7AA67709}" dt="2025-03-24T16:26:09.066" v="88" actId="1076"/>
          <ac:picMkLst>
            <pc:docMk/>
            <pc:sldMk cId="3777948448" sldId="264"/>
            <ac:picMk id="6" creationId="{71B4B001-DE66-8019-C182-458184187CCE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26:11.847" v="89" actId="1076"/>
          <ac:picMkLst>
            <pc:docMk/>
            <pc:sldMk cId="3777948448" sldId="264"/>
            <ac:picMk id="7" creationId="{687347A7-525A-B883-6867-02DE86E6A653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26:03.347" v="87" actId="1076"/>
          <ac:picMkLst>
            <pc:docMk/>
            <pc:sldMk cId="3777948448" sldId="264"/>
            <ac:picMk id="8" creationId="{28CFBC80-1A80-C686-F0F9-EE6DC756CBBC}"/>
          </ac:picMkLst>
        </pc:pic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0:34.033" v="305" actId="20577"/>
        <pc:sldMkLst>
          <pc:docMk/>
          <pc:sldMk cId="3633792269" sldId="265"/>
        </pc:sldMkLst>
        <pc:spChg chg="mod">
          <ac:chgData name="Daniel Alvarez Miguez" userId="S::daniel.alvarez@campusdual.com::a346ad28-f425-4812-960c-980db2264c4d" providerId="AD" clId="Web-{9A3A78F0-CD3C-47BB-DE10-4A6E7AA67709}" dt="2025-03-24T17:00:34.033" v="305" actId="20577"/>
          <ac:spMkLst>
            <pc:docMk/>
            <pc:sldMk cId="3633792269" sldId="265"/>
            <ac:spMk id="5" creationId="{C7A2BFD1-FEAF-CF99-F049-5EBB37C26D42}"/>
          </ac:spMkLst>
        </pc:spChg>
        <pc:picChg chg="add mod">
          <ac:chgData name="Daniel Alvarez Miguez" userId="S::daniel.alvarez@campusdual.com::a346ad28-f425-4812-960c-980db2264c4d" providerId="AD" clId="Web-{9A3A78F0-CD3C-47BB-DE10-4A6E7AA67709}" dt="2025-03-24T16:29:06.386" v="93" actId="1076"/>
          <ac:picMkLst>
            <pc:docMk/>
            <pc:sldMk cId="3633792269" sldId="265"/>
            <ac:picMk id="4" creationId="{16EF6B09-FCC2-0EA9-88D3-6C9673C501CF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24:38.421" v="79"/>
          <ac:picMkLst>
            <pc:docMk/>
            <pc:sldMk cId="3633792269" sldId="265"/>
            <ac:picMk id="6" creationId="{6DF1CBA9-2ADB-16C6-7BE2-F4ACD32C9BA8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24:35.015" v="78"/>
          <ac:picMkLst>
            <pc:docMk/>
            <pc:sldMk cId="3633792269" sldId="265"/>
            <ac:picMk id="7" creationId="{3C2EB25F-8DDB-30ED-F3AC-66F67DA67966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29:29.419" v="95" actId="1076"/>
          <ac:picMkLst>
            <pc:docMk/>
            <pc:sldMk cId="3633792269" sldId="265"/>
            <ac:picMk id="8" creationId="{2C228357-D5CF-4A92-8721-C51742FC949A}"/>
          </ac:picMkLst>
        </pc:pic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0:38.159" v="306" actId="20577"/>
        <pc:sldMkLst>
          <pc:docMk/>
          <pc:sldMk cId="3645504157" sldId="266"/>
        </pc:sldMkLst>
        <pc:spChg chg="mod">
          <ac:chgData name="Daniel Alvarez Miguez" userId="S::daniel.alvarez@campusdual.com::a346ad28-f425-4812-960c-980db2264c4d" providerId="AD" clId="Web-{9A3A78F0-CD3C-47BB-DE10-4A6E7AA67709}" dt="2025-03-24T16:29:43.091" v="103" actId="20577"/>
          <ac:spMkLst>
            <pc:docMk/>
            <pc:sldMk cId="3645504157" sldId="266"/>
            <ac:spMk id="2" creationId="{F5F765B7-879A-E341-F196-495111F48AF0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0:38.159" v="306" actId="20577"/>
          <ac:spMkLst>
            <pc:docMk/>
            <pc:sldMk cId="3645504157" sldId="266"/>
            <ac:spMk id="5" creationId="{EAABB138-5B7C-D6E5-82CC-7C22E0565AD5}"/>
          </ac:spMkLst>
        </pc:spChg>
        <pc:picChg chg="del">
          <ac:chgData name="Daniel Alvarez Miguez" userId="S::daniel.alvarez@campusdual.com::a346ad28-f425-4812-960c-980db2264c4d" providerId="AD" clId="Web-{9A3A78F0-CD3C-47BB-DE10-4A6E7AA67709}" dt="2025-03-24T16:29:38.778" v="98"/>
          <ac:picMkLst>
            <pc:docMk/>
            <pc:sldMk cId="3645504157" sldId="266"/>
            <ac:picMk id="4" creationId="{6637102C-AF33-3397-D33D-1588B123003F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31:09.704" v="109" actId="14100"/>
          <ac:picMkLst>
            <pc:docMk/>
            <pc:sldMk cId="3645504157" sldId="266"/>
            <ac:picMk id="6" creationId="{B96139A1-7932-DB2A-7853-81BE672EB906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29:37.232" v="97"/>
          <ac:picMkLst>
            <pc:docMk/>
            <pc:sldMk cId="3645504157" sldId="266"/>
            <ac:picMk id="8" creationId="{AFD64E59-E571-AE75-751B-BDB99914B92B}"/>
          </ac:picMkLst>
        </pc:pic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0:41.877" v="307" actId="20577"/>
        <pc:sldMkLst>
          <pc:docMk/>
          <pc:sldMk cId="3172179078" sldId="267"/>
        </pc:sldMkLst>
        <pc:spChg chg="mod">
          <ac:chgData name="Daniel Alvarez Miguez" userId="S::daniel.alvarez@campusdual.com::a346ad28-f425-4812-960c-980db2264c4d" providerId="AD" clId="Web-{9A3A78F0-CD3C-47BB-DE10-4A6E7AA67709}" dt="2025-03-24T16:31:29.627" v="113" actId="20577"/>
          <ac:spMkLst>
            <pc:docMk/>
            <pc:sldMk cId="3172179078" sldId="267"/>
            <ac:spMk id="2" creationId="{6266C54D-8396-A044-5463-7FB4991ABEAE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0:41.877" v="307" actId="20577"/>
          <ac:spMkLst>
            <pc:docMk/>
            <pc:sldMk cId="3172179078" sldId="267"/>
            <ac:spMk id="5" creationId="{52087602-3418-9467-7870-EA1A6C23D15A}"/>
          </ac:spMkLst>
        </pc:spChg>
        <pc:picChg chg="add mod">
          <ac:chgData name="Daniel Alvarez Miguez" userId="S::daniel.alvarez@campusdual.com::a346ad28-f425-4812-960c-980db2264c4d" providerId="AD" clId="Web-{9A3A78F0-CD3C-47BB-DE10-4A6E7AA67709}" dt="2025-03-24T16:33:57.431" v="130" actId="14100"/>
          <ac:picMkLst>
            <pc:docMk/>
            <pc:sldMk cId="3172179078" sldId="267"/>
            <ac:picMk id="4" creationId="{2C51B381-1CA4-4B13-304F-AE2D10A9E5F3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31:31.784" v="114"/>
          <ac:picMkLst>
            <pc:docMk/>
            <pc:sldMk cId="3172179078" sldId="267"/>
            <ac:picMk id="6" creationId="{744E4A1E-1ADD-9C9D-D90A-ACAF674FA1AD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33:52.790" v="129" actId="14100"/>
          <ac:picMkLst>
            <pc:docMk/>
            <pc:sldMk cId="3172179078" sldId="267"/>
            <ac:picMk id="7" creationId="{5D467307-1B1A-49B8-B2EF-6FA9DC554F73}"/>
          </ac:picMkLst>
        </pc:pic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0:47.612" v="308" actId="20577"/>
        <pc:sldMkLst>
          <pc:docMk/>
          <pc:sldMk cId="1925488116" sldId="268"/>
        </pc:sldMkLst>
        <pc:spChg chg="mod">
          <ac:chgData name="Daniel Alvarez Miguez" userId="S::daniel.alvarez@campusdual.com::a346ad28-f425-4812-960c-980db2264c4d" providerId="AD" clId="Web-{9A3A78F0-CD3C-47BB-DE10-4A6E7AA67709}" dt="2025-03-24T17:00:47.612" v="308" actId="20577"/>
          <ac:spMkLst>
            <pc:docMk/>
            <pc:sldMk cId="1925488116" sldId="268"/>
            <ac:spMk id="5" creationId="{0DB5D0CD-6C88-A39D-7EDB-DD28680785EE}"/>
          </ac:spMkLst>
        </pc:spChg>
        <pc:picChg chg="del">
          <ac:chgData name="Daniel Alvarez Miguez" userId="S::daniel.alvarez@campusdual.com::a346ad28-f425-4812-960c-980db2264c4d" providerId="AD" clId="Web-{9A3A78F0-CD3C-47BB-DE10-4A6E7AA67709}" dt="2025-03-24T16:34:30.932" v="132"/>
          <ac:picMkLst>
            <pc:docMk/>
            <pc:sldMk cId="1925488116" sldId="268"/>
            <ac:picMk id="4" creationId="{680F4569-FF62-4AC3-8473-668968A088D3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35:02.480" v="137" actId="1076"/>
          <ac:picMkLst>
            <pc:docMk/>
            <pc:sldMk cId="1925488116" sldId="268"/>
            <ac:picMk id="6" creationId="{A46BCED3-D128-F98C-F12C-FDA92DA95756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34:32.104" v="133"/>
          <ac:picMkLst>
            <pc:docMk/>
            <pc:sldMk cId="1925488116" sldId="268"/>
            <ac:picMk id="7" creationId="{B61E4296-FDCC-F919-6B5D-6D214F6B16D9}"/>
          </ac:picMkLst>
        </pc:picChg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7:01:03.332" v="313" actId="20577"/>
        <pc:sldMkLst>
          <pc:docMk/>
          <pc:sldMk cId="1312038049" sldId="269"/>
        </pc:sldMkLst>
        <pc:spChg chg="mod">
          <ac:chgData name="Daniel Alvarez Miguez" userId="S::daniel.alvarez@campusdual.com::a346ad28-f425-4812-960c-980db2264c4d" providerId="AD" clId="Web-{9A3A78F0-CD3C-47BB-DE10-4A6E7AA67709}" dt="2025-03-24T16:36:20.859" v="165" actId="20577"/>
          <ac:spMkLst>
            <pc:docMk/>
            <pc:sldMk cId="1312038049" sldId="269"/>
            <ac:spMk id="2" creationId="{A420E81D-884B-AD9B-F8BE-ADD44C4D69CC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1:03.332" v="313" actId="20577"/>
          <ac:spMkLst>
            <pc:docMk/>
            <pc:sldMk cId="1312038049" sldId="269"/>
            <ac:spMk id="5" creationId="{5254AB5E-E517-C16D-8241-DB72BD28ADCF}"/>
          </ac:spMkLst>
        </pc:spChg>
        <pc:spChg chg="add del">
          <ac:chgData name="Daniel Alvarez Miguez" userId="S::daniel.alvarez@campusdual.com::a346ad28-f425-4812-960c-980db2264c4d" providerId="AD" clId="Web-{9A3A78F0-CD3C-47BB-DE10-4A6E7AA67709}" dt="2025-03-24T16:39:45.353" v="169"/>
          <ac:spMkLst>
            <pc:docMk/>
            <pc:sldMk cId="1312038049" sldId="269"/>
            <ac:spMk id="7" creationId="{CDDFDE60-44A3-FC2A-3B95-F39E2A34C08B}"/>
          </ac:spMkLst>
        </pc:spChg>
        <pc:spChg chg="add del">
          <ac:chgData name="Daniel Alvarez Miguez" userId="S::daniel.alvarez@campusdual.com::a346ad28-f425-4812-960c-980db2264c4d" providerId="AD" clId="Web-{9A3A78F0-CD3C-47BB-DE10-4A6E7AA67709}" dt="2025-03-24T16:49:13.472" v="194"/>
          <ac:spMkLst>
            <pc:docMk/>
            <pc:sldMk cId="1312038049" sldId="269"/>
            <ac:spMk id="9" creationId="{E1A90395-507D-5148-0C80-49BA7E5553A7}"/>
          </ac:spMkLst>
        </pc:spChg>
        <pc:spChg chg="add">
          <ac:chgData name="Daniel Alvarez Miguez" userId="S::daniel.alvarez@campusdual.com::a346ad28-f425-4812-960c-980db2264c4d" providerId="AD" clId="Web-{9A3A78F0-CD3C-47BB-DE10-4A6E7AA67709}" dt="2025-03-24T16:49:36.426" v="195"/>
          <ac:spMkLst>
            <pc:docMk/>
            <pc:sldMk cId="1312038049" sldId="269"/>
            <ac:spMk id="10" creationId="{8859213C-A4AB-61F0-5813-7E59BB7445F0}"/>
          </ac:spMkLst>
        </pc:spChg>
        <pc:spChg chg="add del mod">
          <ac:chgData name="Daniel Alvarez Miguez" userId="S::daniel.alvarez@campusdual.com::a346ad28-f425-4812-960c-980db2264c4d" providerId="AD" clId="Web-{9A3A78F0-CD3C-47BB-DE10-4A6E7AA67709}" dt="2025-03-24T16:50:11.006" v="206"/>
          <ac:spMkLst>
            <pc:docMk/>
            <pc:sldMk cId="1312038049" sldId="269"/>
            <ac:spMk id="11" creationId="{9DCD4725-54B4-CF9C-4DEE-442EAEDD34E9}"/>
          </ac:spMkLst>
        </pc:spChg>
        <pc:picChg chg="add del mod">
          <ac:chgData name="Daniel Alvarez Miguez" userId="S::daniel.alvarez@campusdual.com::a346ad28-f425-4812-960c-980db2264c4d" providerId="AD" clId="Web-{9A3A78F0-CD3C-47BB-DE10-4A6E7AA67709}" dt="2025-03-24T16:43:05.190" v="190"/>
          <ac:picMkLst>
            <pc:docMk/>
            <pc:sldMk cId="1312038049" sldId="269"/>
            <ac:picMk id="4" creationId="{A42F1737-D115-6D0D-26E6-60ADE31506B7}"/>
          </ac:picMkLst>
        </pc:picChg>
        <pc:picChg chg="del">
          <ac:chgData name="Daniel Alvarez Miguez" userId="S::daniel.alvarez@campusdual.com::a346ad28-f425-4812-960c-980db2264c4d" providerId="AD" clId="Web-{9A3A78F0-CD3C-47BB-DE10-4A6E7AA67709}" dt="2025-03-24T16:35:11.418" v="139"/>
          <ac:picMkLst>
            <pc:docMk/>
            <pc:sldMk cId="1312038049" sldId="269"/>
            <ac:picMk id="6" creationId="{B88EAAEC-F898-8910-DB85-05E61B4895E3}"/>
          </ac:picMkLst>
        </pc:picChg>
        <pc:picChg chg="add mod">
          <ac:chgData name="Daniel Alvarez Miguez" userId="S::daniel.alvarez@campusdual.com::a346ad28-f425-4812-960c-980db2264c4d" providerId="AD" clId="Web-{9A3A78F0-CD3C-47BB-DE10-4A6E7AA67709}" dt="2025-03-24T16:53:31.983" v="255" actId="1076"/>
          <ac:picMkLst>
            <pc:docMk/>
            <pc:sldMk cId="1312038049" sldId="269"/>
            <ac:picMk id="8" creationId="{33B213E1-EE3F-8915-3CE5-BA577326FACB}"/>
          </ac:picMkLst>
        </pc:picChg>
      </pc:sldChg>
      <pc:sldChg chg="add replId">
        <pc:chgData name="Daniel Alvarez Miguez" userId="S::daniel.alvarez@campusdual.com::a346ad28-f425-4812-960c-980db2264c4d" providerId="AD" clId="Web-{9A3A78F0-CD3C-47BB-DE10-4A6E7AA67709}" dt="2025-03-24T16:40:09.666" v="179"/>
        <pc:sldMkLst>
          <pc:docMk/>
          <pc:sldMk cId="336781389" sldId="270"/>
        </pc:sldMkLst>
      </pc:sldChg>
      <pc:sldChg chg="addSp delSp modSp add replId">
        <pc:chgData name="Daniel Alvarez Miguez" userId="S::daniel.alvarez@campusdual.com::a346ad28-f425-4812-960c-980db2264c4d" providerId="AD" clId="Web-{9A3A78F0-CD3C-47BB-DE10-4A6E7AA67709}" dt="2025-03-24T16:52:41.794" v="228" actId="20577"/>
        <pc:sldMkLst>
          <pc:docMk/>
          <pc:sldMk cId="4250914526" sldId="271"/>
        </pc:sldMkLst>
        <pc:spChg chg="add mod">
          <ac:chgData name="Daniel Alvarez Miguez" userId="S::daniel.alvarez@campusdual.com::a346ad28-f425-4812-960c-980db2264c4d" providerId="AD" clId="Web-{9A3A78F0-CD3C-47BB-DE10-4A6E7AA67709}" dt="2025-03-24T16:51:49.604" v="220" actId="14100"/>
          <ac:spMkLst>
            <pc:docMk/>
            <pc:sldMk cId="4250914526" sldId="271"/>
            <ac:spMk id="4" creationId="{9DCD4725-54B4-CF9C-4DEE-442EAEDD34E9}"/>
          </ac:spMkLst>
        </pc:spChg>
        <pc:spChg chg="add mod">
          <ac:chgData name="Daniel Alvarez Miguez" userId="S::daniel.alvarez@campusdual.com::a346ad28-f425-4812-960c-980db2264c4d" providerId="AD" clId="Web-{9A3A78F0-CD3C-47BB-DE10-4A6E7AA67709}" dt="2025-03-24T16:52:41.794" v="228" actId="20577"/>
          <ac:spMkLst>
            <pc:docMk/>
            <pc:sldMk cId="4250914526" sldId="271"/>
            <ac:spMk id="6" creationId="{C0165779-FAFA-56A1-B67F-D314DE8A5E97}"/>
          </ac:spMkLst>
        </pc:spChg>
        <pc:spChg chg="del">
          <ac:chgData name="Daniel Alvarez Miguez" userId="S::daniel.alvarez@campusdual.com::a346ad28-f425-4812-960c-980db2264c4d" providerId="AD" clId="Web-{9A3A78F0-CD3C-47BB-DE10-4A6E7AA67709}" dt="2025-03-24T16:52:26.512" v="225"/>
          <ac:spMkLst>
            <pc:docMk/>
            <pc:sldMk cId="4250914526" sldId="271"/>
            <ac:spMk id="10" creationId="{9C01FEC9-5427-3B1B-CD25-D6D080DFA5B1}"/>
          </ac:spMkLst>
        </pc:spChg>
        <pc:picChg chg="del">
          <ac:chgData name="Daniel Alvarez Miguez" userId="S::daniel.alvarez@campusdual.com::a346ad28-f425-4812-960c-980db2264c4d" providerId="AD" clId="Web-{9A3A78F0-CD3C-47BB-DE10-4A6E7AA67709}" dt="2025-03-24T16:50:18.381" v="209"/>
          <ac:picMkLst>
            <pc:docMk/>
            <pc:sldMk cId="4250914526" sldId="271"/>
            <ac:picMk id="8" creationId="{A3C5AE40-883E-D6B3-F969-76DF1D39843C}"/>
          </ac:picMkLst>
        </pc:picChg>
      </pc:sldChg>
      <pc:sldChg chg="delSp modSp add replId">
        <pc:chgData name="Daniel Alvarez Miguez" userId="S::daniel.alvarez@campusdual.com::a346ad28-f425-4812-960c-980db2264c4d" providerId="AD" clId="Web-{9A3A78F0-CD3C-47BB-DE10-4A6E7AA67709}" dt="2025-03-24T17:01:16.520" v="314" actId="20577"/>
        <pc:sldMkLst>
          <pc:docMk/>
          <pc:sldMk cId="2522611134" sldId="272"/>
        </pc:sldMkLst>
        <pc:spChg chg="mod">
          <ac:chgData name="Daniel Alvarez Miguez" userId="S::daniel.alvarez@campusdual.com::a346ad28-f425-4812-960c-980db2264c4d" providerId="AD" clId="Web-{9A3A78F0-CD3C-47BB-DE10-4A6E7AA67709}" dt="2025-03-24T16:53:28.499" v="254" actId="20577"/>
          <ac:spMkLst>
            <pc:docMk/>
            <pc:sldMk cId="2522611134" sldId="272"/>
            <ac:spMk id="4" creationId="{9A7747C3-F39A-1F10-1C48-14C45703593F}"/>
          </ac:spMkLst>
        </pc:spChg>
        <pc:spChg chg="mod">
          <ac:chgData name="Daniel Alvarez Miguez" userId="S::daniel.alvarez@campusdual.com::a346ad28-f425-4812-960c-980db2264c4d" providerId="AD" clId="Web-{9A3A78F0-CD3C-47BB-DE10-4A6E7AA67709}" dt="2025-03-24T17:01:16.520" v="314" actId="20577"/>
          <ac:spMkLst>
            <pc:docMk/>
            <pc:sldMk cId="2522611134" sldId="272"/>
            <ac:spMk id="5" creationId="{13DE4A63-E373-D21D-A39B-DAF320C47868}"/>
          </ac:spMkLst>
        </pc:spChg>
        <pc:spChg chg="del mod">
          <ac:chgData name="Daniel Alvarez Miguez" userId="S::daniel.alvarez@campusdual.com::a346ad28-f425-4812-960c-980db2264c4d" providerId="AD" clId="Web-{9A3A78F0-CD3C-47BB-DE10-4A6E7AA67709}" dt="2025-03-24T16:53:11.420" v="242"/>
          <ac:spMkLst>
            <pc:docMk/>
            <pc:sldMk cId="2522611134" sldId="272"/>
            <ac:spMk id="6" creationId="{EEBCD980-EE92-1E24-C034-41CAD9125630}"/>
          </ac:spMkLst>
        </pc:spChg>
      </pc:sldChg>
      <pc:sldChg chg="addSp modSp new del">
        <pc:chgData name="Daniel Alvarez Miguez" userId="S::daniel.alvarez@campusdual.com::a346ad28-f425-4812-960c-980db2264c4d" providerId="AD" clId="Web-{9A3A78F0-CD3C-47BB-DE10-4A6E7AA67709}" dt="2025-03-24T16:52:50.856" v="232"/>
        <pc:sldMkLst>
          <pc:docMk/>
          <pc:sldMk cId="4112757704" sldId="272"/>
        </pc:sldMkLst>
        <pc:spChg chg="add mod">
          <ac:chgData name="Daniel Alvarez Miguez" userId="S::daniel.alvarez@campusdual.com::a346ad28-f425-4812-960c-980db2264c4d" providerId="AD" clId="Web-{9A3A78F0-CD3C-47BB-DE10-4A6E7AA67709}" dt="2025-03-24T16:52:46.434" v="231"/>
          <ac:spMkLst>
            <pc:docMk/>
            <pc:sldMk cId="4112757704" sldId="272"/>
            <ac:spMk id="6" creationId="{08EBBA50-3529-369B-C1EE-B32BC9929467}"/>
          </ac:spMkLst>
        </pc:spChg>
      </pc:sldChg>
    </pc:docChg>
  </pc:docChgLst>
  <pc:docChgLst>
    <pc:chgData name="Daniel Alvarez Miguez" userId="S::daniel.alvarez@campusdual.com::a346ad28-f425-4812-960c-980db2264c4d" providerId="AD" clId="Web-{6C32C746-B247-6220-16E4-E46FDCBF75BB}"/>
    <pc:docChg chg="modSld sldOrd">
      <pc:chgData name="Daniel Alvarez Miguez" userId="S::daniel.alvarez@campusdual.com::a346ad28-f425-4812-960c-980db2264c4d" providerId="AD" clId="Web-{6C32C746-B247-6220-16E4-E46FDCBF75BB}" dt="2025-03-25T09:29:39.380" v="51" actId="20577"/>
      <pc:docMkLst>
        <pc:docMk/>
      </pc:docMkLst>
      <pc:sldChg chg="modSp">
        <pc:chgData name="Daniel Alvarez Miguez" userId="S::daniel.alvarez@campusdual.com::a346ad28-f425-4812-960c-980db2264c4d" providerId="AD" clId="Web-{6C32C746-B247-6220-16E4-E46FDCBF75BB}" dt="2025-03-25T09:18:48.754" v="26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6C32C746-B247-6220-16E4-E46FDCBF75BB}" dt="2025-03-25T09:18:48.754" v="26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addSp modSp">
        <pc:chgData name="Daniel Alvarez Miguez" userId="S::daniel.alvarez@campusdual.com::a346ad28-f425-4812-960c-980db2264c4d" providerId="AD" clId="Web-{6C32C746-B247-6220-16E4-E46FDCBF75BB}" dt="2025-03-25T07:37:49.226" v="17" actId="14100"/>
        <pc:sldMkLst>
          <pc:docMk/>
          <pc:sldMk cId="1270929566" sldId="261"/>
        </pc:sldMkLst>
        <pc:picChg chg="add mod">
          <ac:chgData name="Daniel Alvarez Miguez" userId="S::daniel.alvarez@campusdual.com::a346ad28-f425-4812-960c-980db2264c4d" providerId="AD" clId="Web-{6C32C746-B247-6220-16E4-E46FDCBF75BB}" dt="2025-03-25T07:37:49.226" v="17" actId="14100"/>
          <ac:picMkLst>
            <pc:docMk/>
            <pc:sldMk cId="1270929566" sldId="261"/>
            <ac:picMk id="2" creationId="{FA12DA71-91C8-99A2-D09C-C3A3D171770D}"/>
          </ac:picMkLst>
        </pc:picChg>
      </pc:sldChg>
      <pc:sldChg chg="addSp delSp modSp">
        <pc:chgData name="Daniel Alvarez Miguez" userId="S::daniel.alvarez@campusdual.com::a346ad28-f425-4812-960c-980db2264c4d" providerId="AD" clId="Web-{6C32C746-B247-6220-16E4-E46FDCBF75BB}" dt="2025-03-25T07:37:00.067" v="9" actId="14100"/>
        <pc:sldMkLst>
          <pc:docMk/>
          <pc:sldMk cId="1827897866" sldId="262"/>
        </pc:sldMkLst>
        <pc:spChg chg="del">
          <ac:chgData name="Daniel Alvarez Miguez" userId="S::daniel.alvarez@campusdual.com::a346ad28-f425-4812-960c-980db2264c4d" providerId="AD" clId="Web-{6C32C746-B247-6220-16E4-E46FDCBF75BB}" dt="2025-03-25T07:35:48.268" v="0"/>
          <ac:spMkLst>
            <pc:docMk/>
            <pc:sldMk cId="1827897866" sldId="262"/>
            <ac:spMk id="2" creationId="{65920962-9F93-41C3-0227-F28D61570437}"/>
          </ac:spMkLst>
        </pc:spChg>
        <pc:spChg chg="add del mod">
          <ac:chgData name="Daniel Alvarez Miguez" userId="S::daniel.alvarez@campusdual.com::a346ad28-f425-4812-960c-980db2264c4d" providerId="AD" clId="Web-{6C32C746-B247-6220-16E4-E46FDCBF75BB}" dt="2025-03-25T07:36:11.284" v="1"/>
          <ac:spMkLst>
            <pc:docMk/>
            <pc:sldMk cId="1827897866" sldId="262"/>
            <ac:spMk id="4" creationId="{92E0A1FF-7BF6-AB25-878A-1B2973AF2038}"/>
          </ac:spMkLst>
        </pc:spChg>
        <pc:picChg chg="add mod">
          <ac:chgData name="Daniel Alvarez Miguez" userId="S::daniel.alvarez@campusdual.com::a346ad28-f425-4812-960c-980db2264c4d" providerId="AD" clId="Web-{6C32C746-B247-6220-16E4-E46FDCBF75BB}" dt="2025-03-25T07:37:00.067" v="9" actId="14100"/>
          <ac:picMkLst>
            <pc:docMk/>
            <pc:sldMk cId="1827897866" sldId="262"/>
            <ac:picMk id="5" creationId="{51A1B409-12B3-5FF1-64BB-ADEE6A312216}"/>
          </ac:picMkLst>
        </pc:picChg>
      </pc:sldChg>
      <pc:sldChg chg="modSp">
        <pc:chgData name="Daniel Alvarez Miguez" userId="S::daniel.alvarez@campusdual.com::a346ad28-f425-4812-960c-980db2264c4d" providerId="AD" clId="Web-{6C32C746-B247-6220-16E4-E46FDCBF75BB}" dt="2025-03-25T09:18:39.271" v="24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6C32C746-B247-6220-16E4-E46FDCBF75BB}" dt="2025-03-25T09:18:39.271" v="24" actId="20577"/>
          <ac:spMkLst>
            <pc:docMk/>
            <pc:sldMk cId="3524099" sldId="263"/>
            <ac:spMk id="4" creationId="{AE14B8D8-AC69-3E47-8916-B65041291222}"/>
          </ac:spMkLst>
        </pc:spChg>
      </pc:sldChg>
      <pc:sldChg chg="modSp">
        <pc:chgData name="Daniel Alvarez Miguez" userId="S::daniel.alvarez@campusdual.com::a346ad28-f425-4812-960c-980db2264c4d" providerId="AD" clId="Web-{6C32C746-B247-6220-16E4-E46FDCBF75BB}" dt="2025-03-25T09:18:57.676" v="28" actId="20577"/>
        <pc:sldMkLst>
          <pc:docMk/>
          <pc:sldMk cId="336781389" sldId="270"/>
        </pc:sldMkLst>
        <pc:spChg chg="mod">
          <ac:chgData name="Daniel Alvarez Miguez" userId="S::daniel.alvarez@campusdual.com::a346ad28-f425-4812-960c-980db2264c4d" providerId="AD" clId="Web-{6C32C746-B247-6220-16E4-E46FDCBF75BB}" dt="2025-03-25T09:18:57.676" v="28" actId="20577"/>
          <ac:spMkLst>
            <pc:docMk/>
            <pc:sldMk cId="336781389" sldId="270"/>
            <ac:spMk id="2" creationId="{0DC56676-74D9-0DA7-C766-EABA3903E335}"/>
          </ac:spMkLst>
        </pc:spChg>
      </pc:sldChg>
      <pc:sldChg chg="modSp">
        <pc:chgData name="Daniel Alvarez Miguez" userId="S::daniel.alvarez@campusdual.com::a346ad28-f425-4812-960c-980db2264c4d" providerId="AD" clId="Web-{6C32C746-B247-6220-16E4-E46FDCBF75BB}" dt="2025-03-25T09:29:39.380" v="51" actId="20577"/>
        <pc:sldMkLst>
          <pc:docMk/>
          <pc:sldMk cId="4250914526" sldId="271"/>
        </pc:sldMkLst>
        <pc:spChg chg="mod">
          <ac:chgData name="Daniel Alvarez Miguez" userId="S::daniel.alvarez@campusdual.com::a346ad28-f425-4812-960c-980db2264c4d" providerId="AD" clId="Web-{6C32C746-B247-6220-16E4-E46FDCBF75BB}" dt="2025-03-25T09:29:39.380" v="51" actId="20577"/>
          <ac:spMkLst>
            <pc:docMk/>
            <pc:sldMk cId="4250914526" sldId="271"/>
            <ac:spMk id="5" creationId="{4E23C778-FDA3-D233-B311-4A3491B8444E}"/>
          </ac:spMkLst>
        </pc:spChg>
      </pc:sldChg>
      <pc:sldChg chg="addSp modSp ord">
        <pc:chgData name="Daniel Alvarez Miguez" userId="S::daniel.alvarez@campusdual.com::a346ad28-f425-4812-960c-980db2264c4d" providerId="AD" clId="Web-{6C32C746-B247-6220-16E4-E46FDCBF75BB}" dt="2025-03-25T09:25:30.357" v="50" actId="20577"/>
        <pc:sldMkLst>
          <pc:docMk/>
          <pc:sldMk cId="3862212320" sldId="274"/>
        </pc:sldMkLst>
        <pc:spChg chg="mod">
          <ac:chgData name="Daniel Alvarez Miguez" userId="S::daniel.alvarez@campusdual.com::a346ad28-f425-4812-960c-980db2264c4d" providerId="AD" clId="Web-{6C32C746-B247-6220-16E4-E46FDCBF75BB}" dt="2025-03-25T09:21:12.680" v="39" actId="20577"/>
          <ac:spMkLst>
            <pc:docMk/>
            <pc:sldMk cId="3862212320" sldId="274"/>
            <ac:spMk id="2" creationId="{27BF3977-6E6D-8DEE-F75E-DE65337B9F08}"/>
          </ac:spMkLst>
        </pc:spChg>
        <pc:spChg chg="mod">
          <ac:chgData name="Daniel Alvarez Miguez" userId="S::daniel.alvarez@campusdual.com::a346ad28-f425-4812-960c-980db2264c4d" providerId="AD" clId="Web-{6C32C746-B247-6220-16E4-E46FDCBF75BB}" dt="2025-03-25T09:25:30.357" v="50" actId="20577"/>
          <ac:spMkLst>
            <pc:docMk/>
            <pc:sldMk cId="3862212320" sldId="274"/>
            <ac:spMk id="5" creationId="{7D3E14E5-16E7-3783-0F7E-D56BCBD32784}"/>
          </ac:spMkLst>
        </pc:spChg>
        <pc:picChg chg="add mod">
          <ac:chgData name="Daniel Alvarez Miguez" userId="S::daniel.alvarez@campusdual.com::a346ad28-f425-4812-960c-980db2264c4d" providerId="AD" clId="Web-{6C32C746-B247-6220-16E4-E46FDCBF75BB}" dt="2025-03-25T09:21:25.680" v="42" actId="1076"/>
          <ac:picMkLst>
            <pc:docMk/>
            <pc:sldMk cId="3862212320" sldId="274"/>
            <ac:picMk id="4" creationId="{65E31EBC-0EF3-D4DE-7004-2324538A1969}"/>
          </ac:picMkLst>
        </pc:picChg>
        <pc:picChg chg="mod">
          <ac:chgData name="Daniel Alvarez Miguez" userId="S::daniel.alvarez@campusdual.com::a346ad28-f425-4812-960c-980db2264c4d" providerId="AD" clId="Web-{6C32C746-B247-6220-16E4-E46FDCBF75BB}" dt="2025-03-25T09:21:19.898" v="40" actId="1076"/>
          <ac:picMkLst>
            <pc:docMk/>
            <pc:sldMk cId="3862212320" sldId="274"/>
            <ac:picMk id="6" creationId="{AC8AE463-195C-0CED-91E8-B70406CA2DCF}"/>
          </ac:picMkLst>
        </pc:picChg>
      </pc:sldChg>
    </pc:docChg>
  </pc:docChgLst>
  <pc:docChgLst>
    <pc:chgData name="Daniel Alvarez Miguez" userId="S::daniel.alvarez@campusdual.com::a346ad28-f425-4812-960c-980db2264c4d" providerId="AD" clId="Web-{E6447B97-7A63-4ABA-D6A6-E455F6AB8A04}"/>
    <pc:docChg chg="modSld">
      <pc:chgData name="Daniel Alvarez Miguez" userId="S::daniel.alvarez@campusdual.com::a346ad28-f425-4812-960c-980db2264c4d" providerId="AD" clId="Web-{E6447B97-7A63-4ABA-D6A6-E455F6AB8A04}" dt="2025-03-26T10:45:42.965" v="7" actId="14100"/>
      <pc:docMkLst>
        <pc:docMk/>
      </pc:docMkLst>
      <pc:sldChg chg="addSp delSp modSp">
        <pc:chgData name="Daniel Alvarez Miguez" userId="S::daniel.alvarez@campusdual.com::a346ad28-f425-4812-960c-980db2264c4d" providerId="AD" clId="Web-{E6447B97-7A63-4ABA-D6A6-E455F6AB8A04}" dt="2025-03-26T10:45:42.965" v="7" actId="14100"/>
        <pc:sldMkLst>
          <pc:docMk/>
          <pc:sldMk cId="3777948448" sldId="264"/>
        </pc:sldMkLst>
        <pc:picChg chg="add mod">
          <ac:chgData name="Daniel Alvarez Miguez" userId="S::daniel.alvarez@campusdual.com::a346ad28-f425-4812-960c-980db2264c4d" providerId="AD" clId="Web-{E6447B97-7A63-4ABA-D6A6-E455F6AB8A04}" dt="2025-03-26T10:45:42.965" v="7" actId="14100"/>
          <ac:picMkLst>
            <pc:docMk/>
            <pc:sldMk cId="3777948448" sldId="264"/>
            <ac:picMk id="4" creationId="{F2EC8947-55B6-BFC3-6C9B-FB6A32FA97D7}"/>
          </ac:picMkLst>
        </pc:picChg>
        <pc:picChg chg="del">
          <ac:chgData name="Daniel Alvarez Miguez" userId="S::daniel.alvarez@campusdual.com::a346ad28-f425-4812-960c-980db2264c4d" providerId="AD" clId="Web-{E6447B97-7A63-4ABA-D6A6-E455F6AB8A04}" dt="2025-03-26T10:45:07.915" v="4"/>
          <ac:picMkLst>
            <pc:docMk/>
            <pc:sldMk cId="3777948448" sldId="264"/>
            <ac:picMk id="6" creationId="{71B4B001-DE66-8019-C182-458184187CCE}"/>
          </ac:picMkLst>
        </pc:picChg>
      </pc:sldChg>
      <pc:sldChg chg="delSp modSp">
        <pc:chgData name="Daniel Alvarez Miguez" userId="S::daniel.alvarez@campusdual.com::a346ad28-f425-4812-960c-980db2264c4d" providerId="AD" clId="Web-{E6447B97-7A63-4ABA-D6A6-E455F6AB8A04}" dt="2025-03-26T10:40:28.349" v="3" actId="14100"/>
        <pc:sldMkLst>
          <pc:docMk/>
          <pc:sldMk cId="3633792269" sldId="265"/>
        </pc:sldMkLst>
        <pc:picChg chg="mod">
          <ac:chgData name="Daniel Alvarez Miguez" userId="S::daniel.alvarez@campusdual.com::a346ad28-f425-4812-960c-980db2264c4d" providerId="AD" clId="Web-{E6447B97-7A63-4ABA-D6A6-E455F6AB8A04}" dt="2025-03-26T10:40:28.349" v="3" actId="14100"/>
          <ac:picMkLst>
            <pc:docMk/>
            <pc:sldMk cId="3633792269" sldId="265"/>
            <ac:picMk id="4" creationId="{16EF6B09-FCC2-0EA9-88D3-6C9673C501CF}"/>
          </ac:picMkLst>
        </pc:picChg>
        <pc:picChg chg="del">
          <ac:chgData name="Daniel Alvarez Miguez" userId="S::daniel.alvarez@campusdual.com::a346ad28-f425-4812-960c-980db2264c4d" providerId="AD" clId="Web-{E6447B97-7A63-4ABA-D6A6-E455F6AB8A04}" dt="2025-03-26T10:40:17.536" v="0"/>
          <ac:picMkLst>
            <pc:docMk/>
            <pc:sldMk cId="3633792269" sldId="265"/>
            <ac:picMk id="8" creationId="{2C228357-D5CF-4A92-8721-C51742FC949A}"/>
          </ac:picMkLst>
        </pc:picChg>
      </pc:sldChg>
    </pc:docChg>
  </pc:docChgLst>
  <pc:docChgLst>
    <pc:chgData name="Daniel Alvarez Miguez" userId="S::daniel.alvarez@campusdual.com::a346ad28-f425-4812-960c-980db2264c4d" providerId="AD" clId="Web-{12330C91-74C4-0492-6409-37530AC8F973}"/>
    <pc:docChg chg="modSld">
      <pc:chgData name="Daniel Alvarez Miguez" userId="S::daniel.alvarez@campusdual.com::a346ad28-f425-4812-960c-980db2264c4d" providerId="AD" clId="Web-{12330C91-74C4-0492-6409-37530AC8F973}" dt="2025-03-26T08:03:03.221" v="313" actId="20577"/>
      <pc:docMkLst>
        <pc:docMk/>
      </pc:docMkLst>
      <pc:sldChg chg="modSp">
        <pc:chgData name="Daniel Alvarez Miguez" userId="S::daniel.alvarez@campusdual.com::a346ad28-f425-4812-960c-980db2264c4d" providerId="AD" clId="Web-{12330C91-74C4-0492-6409-37530AC8F973}" dt="2025-03-26T07:30:49.216" v="2" actId="20577"/>
        <pc:sldMkLst>
          <pc:docMk/>
          <pc:sldMk cId="3777948448" sldId="264"/>
        </pc:sldMkLst>
        <pc:spChg chg="mod">
          <ac:chgData name="Daniel Alvarez Miguez" userId="S::daniel.alvarez@campusdual.com::a346ad28-f425-4812-960c-980db2264c4d" providerId="AD" clId="Web-{12330C91-74C4-0492-6409-37530AC8F973}" dt="2025-03-26T07:30:49.216" v="2" actId="20577"/>
          <ac:spMkLst>
            <pc:docMk/>
            <pc:sldMk cId="3777948448" sldId="264"/>
            <ac:spMk id="2" creationId="{8979A71E-B4F6-BF25-3159-4BE51F8924F7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30:58.732" v="4" actId="20577"/>
        <pc:sldMkLst>
          <pc:docMk/>
          <pc:sldMk cId="3633792269" sldId="265"/>
        </pc:sldMkLst>
        <pc:spChg chg="mod">
          <ac:chgData name="Daniel Alvarez Miguez" userId="S::daniel.alvarez@campusdual.com::a346ad28-f425-4812-960c-980db2264c4d" providerId="AD" clId="Web-{12330C91-74C4-0492-6409-37530AC8F973}" dt="2025-03-26T07:30:58.732" v="4" actId="20577"/>
          <ac:spMkLst>
            <pc:docMk/>
            <pc:sldMk cId="3633792269" sldId="265"/>
            <ac:spMk id="2" creationId="{D5612823-ECB3-431B-D76D-D5BA3E6F189B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31:02.263" v="5" actId="20577"/>
        <pc:sldMkLst>
          <pc:docMk/>
          <pc:sldMk cId="3645504157" sldId="266"/>
        </pc:sldMkLst>
        <pc:spChg chg="mod">
          <ac:chgData name="Daniel Alvarez Miguez" userId="S::daniel.alvarez@campusdual.com::a346ad28-f425-4812-960c-980db2264c4d" providerId="AD" clId="Web-{12330C91-74C4-0492-6409-37530AC8F973}" dt="2025-03-26T07:31:02.263" v="5" actId="20577"/>
          <ac:spMkLst>
            <pc:docMk/>
            <pc:sldMk cId="3645504157" sldId="266"/>
            <ac:spMk id="2" creationId="{F5F765B7-879A-E341-F196-495111F48AF0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31:07.888" v="6" actId="20577"/>
        <pc:sldMkLst>
          <pc:docMk/>
          <pc:sldMk cId="3172179078" sldId="267"/>
        </pc:sldMkLst>
        <pc:spChg chg="mod">
          <ac:chgData name="Daniel Alvarez Miguez" userId="S::daniel.alvarez@campusdual.com::a346ad28-f425-4812-960c-980db2264c4d" providerId="AD" clId="Web-{12330C91-74C4-0492-6409-37530AC8F973}" dt="2025-03-26T07:31:07.888" v="6" actId="20577"/>
          <ac:spMkLst>
            <pc:docMk/>
            <pc:sldMk cId="3172179078" sldId="267"/>
            <ac:spMk id="2" creationId="{6266C54D-8396-A044-5463-7FB4991ABEAE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31:13.264" v="7" actId="20577"/>
        <pc:sldMkLst>
          <pc:docMk/>
          <pc:sldMk cId="1925488116" sldId="268"/>
        </pc:sldMkLst>
        <pc:spChg chg="mod">
          <ac:chgData name="Daniel Alvarez Miguez" userId="S::daniel.alvarez@campusdual.com::a346ad28-f425-4812-960c-980db2264c4d" providerId="AD" clId="Web-{12330C91-74C4-0492-6409-37530AC8F973}" dt="2025-03-26T07:31:13.264" v="7" actId="20577"/>
          <ac:spMkLst>
            <pc:docMk/>
            <pc:sldMk cId="1925488116" sldId="268"/>
            <ac:spMk id="2" creationId="{95B91BCD-C4D7-D105-B6DC-8C559C705B9C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8:03:03.221" v="313" actId="20577"/>
        <pc:sldMkLst>
          <pc:docMk/>
          <pc:sldMk cId="4250914526" sldId="271"/>
        </pc:sldMkLst>
        <pc:spChg chg="mod">
          <ac:chgData name="Daniel Alvarez Miguez" userId="S::daniel.alvarez@campusdual.com::a346ad28-f425-4812-960c-980db2264c4d" providerId="AD" clId="Web-{12330C91-74C4-0492-6409-37530AC8F973}" dt="2025-03-26T08:01:50.578" v="285" actId="20577"/>
          <ac:spMkLst>
            <pc:docMk/>
            <pc:sldMk cId="4250914526" sldId="271"/>
            <ac:spMk id="4" creationId="{9DCD4725-54B4-CF9C-4DEE-442EAEDD34E9}"/>
          </ac:spMkLst>
        </pc:spChg>
        <pc:spChg chg="mod">
          <ac:chgData name="Daniel Alvarez Miguez" userId="S::daniel.alvarez@campusdual.com::a346ad28-f425-4812-960c-980db2264c4d" providerId="AD" clId="Web-{12330C91-74C4-0492-6409-37530AC8F973}" dt="2025-03-26T08:03:03.221" v="313" actId="20577"/>
          <ac:spMkLst>
            <pc:docMk/>
            <pc:sldMk cId="4250914526" sldId="271"/>
            <ac:spMk id="6" creationId="{C0165779-FAFA-56A1-B67F-D314DE8A5E97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59:29.745" v="219" actId="20577"/>
        <pc:sldMkLst>
          <pc:docMk/>
          <pc:sldMk cId="2522611134" sldId="272"/>
        </pc:sldMkLst>
        <pc:spChg chg="mod">
          <ac:chgData name="Daniel Alvarez Miguez" userId="S::daniel.alvarez@campusdual.com::a346ad28-f425-4812-960c-980db2264c4d" providerId="AD" clId="Web-{12330C91-74C4-0492-6409-37530AC8F973}" dt="2025-03-26T07:59:29.745" v="219" actId="20577"/>
          <ac:spMkLst>
            <pc:docMk/>
            <pc:sldMk cId="2522611134" sldId="272"/>
            <ac:spMk id="4" creationId="{9A7747C3-F39A-1F10-1C48-14C45703593F}"/>
          </ac:spMkLst>
        </pc:spChg>
      </pc:sldChg>
      <pc:sldChg chg="modSp">
        <pc:chgData name="Daniel Alvarez Miguez" userId="S::daniel.alvarez@campusdual.com::a346ad28-f425-4812-960c-980db2264c4d" providerId="AD" clId="Web-{12330C91-74C4-0492-6409-37530AC8F973}" dt="2025-03-26T07:31:23.467" v="8" actId="20577"/>
        <pc:sldMkLst>
          <pc:docMk/>
          <pc:sldMk cId="1228427657" sldId="273"/>
        </pc:sldMkLst>
        <pc:spChg chg="mod">
          <ac:chgData name="Daniel Alvarez Miguez" userId="S::daniel.alvarez@campusdual.com::a346ad28-f425-4812-960c-980db2264c4d" providerId="AD" clId="Web-{12330C91-74C4-0492-6409-37530AC8F973}" dt="2025-03-26T07:31:23.467" v="8" actId="20577"/>
          <ac:spMkLst>
            <pc:docMk/>
            <pc:sldMk cId="1228427657" sldId="273"/>
            <ac:spMk id="2" creationId="{68F7AC77-45B1-5847-842D-B9E7ADDCB640}"/>
          </ac:spMkLst>
        </pc:spChg>
      </pc:sldChg>
    </pc:docChg>
  </pc:docChgLst>
  <pc:docChgLst>
    <pc:chgData name="Daniel Alvarez Miguez" userId="S::daniel.alvarez@campusdual.com::a346ad28-f425-4812-960c-980db2264c4d" providerId="AD" clId="Web-{E6646DAB-CC38-B237-7562-C13D15A5916A}"/>
    <pc:docChg chg="addSld modSld">
      <pc:chgData name="Daniel Alvarez Miguez" userId="S::daniel.alvarez@campusdual.com::a346ad28-f425-4812-960c-980db2264c4d" providerId="AD" clId="Web-{E6646DAB-CC38-B237-7562-C13D15A5916A}" dt="2025-03-24T17:28:18.529" v="15" actId="20577"/>
      <pc:docMkLst>
        <pc:docMk/>
      </pc:docMkLst>
      <pc:sldChg chg="modSp">
        <pc:chgData name="Daniel Alvarez Miguez" userId="S::daniel.alvarez@campusdual.com::a346ad28-f425-4812-960c-980db2264c4d" providerId="AD" clId="Web-{E6646DAB-CC38-B237-7562-C13D15A5916A}" dt="2025-03-24T17:28:18.529" v="15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E6646DAB-CC38-B237-7562-C13D15A5916A}" dt="2025-03-24T17:28:18.529" v="15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addSp delSp modSp add replId">
        <pc:chgData name="Daniel Alvarez Miguez" userId="S::daniel.alvarez@campusdual.com::a346ad28-f425-4812-960c-980db2264c4d" providerId="AD" clId="Web-{E6646DAB-CC38-B237-7562-C13D15A5916A}" dt="2025-03-24T17:14:40.060" v="3" actId="1076"/>
        <pc:sldMkLst>
          <pc:docMk/>
          <pc:sldMk cId="1228427657" sldId="273"/>
        </pc:sldMkLst>
        <pc:picChg chg="add mod">
          <ac:chgData name="Daniel Alvarez Miguez" userId="S::daniel.alvarez@campusdual.com::a346ad28-f425-4812-960c-980db2264c4d" providerId="AD" clId="Web-{E6646DAB-CC38-B237-7562-C13D15A5916A}" dt="2025-03-24T17:14:40.060" v="3" actId="1076"/>
          <ac:picMkLst>
            <pc:docMk/>
            <pc:sldMk cId="1228427657" sldId="273"/>
            <ac:picMk id="4" creationId="{5C317465-CB98-1439-AFCF-03B73FF7F4C8}"/>
          </ac:picMkLst>
        </pc:picChg>
        <pc:picChg chg="del">
          <ac:chgData name="Daniel Alvarez Miguez" userId="S::daniel.alvarez@campusdual.com::a346ad28-f425-4812-960c-980db2264c4d" providerId="AD" clId="Web-{E6646DAB-CC38-B237-7562-C13D15A5916A}" dt="2025-03-24T17:14:31.544" v="1"/>
          <ac:picMkLst>
            <pc:docMk/>
            <pc:sldMk cId="1228427657" sldId="273"/>
            <ac:picMk id="6" creationId="{A78A0F9A-5394-555C-4465-355C1ED9A98D}"/>
          </ac:picMkLst>
        </pc:picChg>
      </pc:sldChg>
      <pc:sldChg chg="addSp delSp modSp add replId">
        <pc:chgData name="Daniel Alvarez Miguez" userId="S::daniel.alvarez@campusdual.com::a346ad28-f425-4812-960c-980db2264c4d" providerId="AD" clId="Web-{E6646DAB-CC38-B237-7562-C13D15A5916A}" dt="2025-03-24T17:26:51.620" v="14" actId="1076"/>
        <pc:sldMkLst>
          <pc:docMk/>
          <pc:sldMk cId="3862212320" sldId="274"/>
        </pc:sldMkLst>
        <pc:spChg chg="mod">
          <ac:chgData name="Daniel Alvarez Miguez" userId="S::daniel.alvarez@campusdual.com::a346ad28-f425-4812-960c-980db2264c4d" providerId="AD" clId="Web-{E6646DAB-CC38-B237-7562-C13D15A5916A}" dt="2025-03-24T17:21:49.655" v="11" actId="20577"/>
          <ac:spMkLst>
            <pc:docMk/>
            <pc:sldMk cId="3862212320" sldId="274"/>
            <ac:spMk id="2" creationId="{27BF3977-6E6D-8DEE-F75E-DE65337B9F08}"/>
          </ac:spMkLst>
        </pc:spChg>
        <pc:spChg chg="del mod">
          <ac:chgData name="Daniel Alvarez Miguez" userId="S::daniel.alvarez@campusdual.com::a346ad28-f425-4812-960c-980db2264c4d" providerId="AD" clId="Web-{E6646DAB-CC38-B237-7562-C13D15A5916A}" dt="2025-03-24T17:15:13.749" v="8"/>
          <ac:spMkLst>
            <pc:docMk/>
            <pc:sldMk cId="3862212320" sldId="274"/>
            <ac:spMk id="4" creationId="{1262374F-0B21-6C7E-C794-59D41BA31AA8}"/>
          </ac:spMkLst>
        </pc:spChg>
        <pc:picChg chg="add mod">
          <ac:chgData name="Daniel Alvarez Miguez" userId="S::daniel.alvarez@campusdual.com::a346ad28-f425-4812-960c-980db2264c4d" providerId="AD" clId="Web-{E6646DAB-CC38-B237-7562-C13D15A5916A}" dt="2025-03-24T17:26:51.620" v="14" actId="1076"/>
          <ac:picMkLst>
            <pc:docMk/>
            <pc:sldMk cId="3862212320" sldId="274"/>
            <ac:picMk id="6" creationId="{AC8AE463-195C-0CED-91E8-B70406CA2DCF}"/>
          </ac:picMkLst>
        </pc:picChg>
      </pc:sldChg>
    </pc:docChg>
  </pc:docChgLst>
  <pc:docChgLst>
    <pc:chgData clId="Web-{9A3A78F0-CD3C-47BB-DE10-4A6E7AA67709}"/>
    <pc:docChg chg="modSld">
      <pc:chgData name="" userId="" providerId="" clId="Web-{9A3A78F0-CD3C-47BB-DE10-4A6E7AA67709}" dt="2025-03-24T16:18:53.562" v="0" actId="20577"/>
      <pc:docMkLst>
        <pc:docMk/>
      </pc:docMkLst>
      <pc:sldChg chg="modSp">
        <pc:chgData name="" userId="" providerId="" clId="Web-{9A3A78F0-CD3C-47BB-DE10-4A6E7AA67709}" dt="2025-03-24T16:18:53.562" v="0" actId="20577"/>
        <pc:sldMkLst>
          <pc:docMk/>
          <pc:sldMk cId="3524099" sldId="263"/>
        </pc:sldMkLst>
        <pc:spChg chg="mod">
          <ac:chgData name="" userId="" providerId="" clId="Web-{9A3A78F0-CD3C-47BB-DE10-4A6E7AA67709}" dt="2025-03-24T16:18:53.562" v="0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B3EA4-DCFB-48BF-B57F-4F5A54BBD405}" type="datetimeFigureOut">
              <a:rPr lang="es-ES" smtClean="0"/>
              <a:t>26/03/2025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1981D-5288-450A-B993-EFBA6A7B0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06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F9480A8-4E32-5771-21E3-6D3F3B2336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8362453-C5DD-975E-9C26-50FB638F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50" y="2009613"/>
            <a:ext cx="6750050" cy="212883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6EDF286A-3E11-4229-C645-059130195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50" y="4230527"/>
            <a:ext cx="6750050" cy="77628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3D477B-E8F9-498A-4AA9-9DCC42B9D9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4" y="766767"/>
            <a:ext cx="3854320" cy="46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73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349EC5A-FC26-00A9-FAB1-EEFF5B391E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9720" y="0"/>
            <a:ext cx="3543300" cy="6858000"/>
          </a:xfrm>
          <a:prstGeom prst="roundRect">
            <a:avLst>
              <a:gd name="adj" fmla="val 9498"/>
            </a:avLst>
          </a:prstGeom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487EA9-FE64-2354-CB23-72B9ABBA5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50" y="2009613"/>
            <a:ext cx="6750050" cy="212883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E9A034-A969-B406-481D-558E3950D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50" y="4230527"/>
            <a:ext cx="6750050" cy="77628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AABFA72-AAEE-EE96-27C1-EEA353DA0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4" y="766767"/>
            <a:ext cx="3854320" cy="466722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6AD0D0C6-293D-3745-4F59-D1442769EF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85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E9A034-A969-B406-481D-558E3950D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3526369"/>
            <a:ext cx="7785100" cy="4873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AABFA72-AAEE-EE96-27C1-EEA353DA0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840" y="2951958"/>
            <a:ext cx="3854320" cy="466722"/>
          </a:xfrm>
          <a:prstGeom prst="rect">
            <a:avLst/>
          </a:prstGeom>
        </p:spPr>
      </p:pic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474EEA26-35FD-CE66-7CB1-3E9046C0EC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91" r="16625"/>
          <a:stretch/>
        </p:blipFill>
        <p:spPr>
          <a:xfrm flipV="1">
            <a:off x="5068765" y="3526369"/>
            <a:ext cx="7123235" cy="333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imagen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4">
            <a:extLst>
              <a:ext uri="{FF2B5EF4-FFF2-40B4-BE49-F238E27FC236}">
                <a16:creationId xmlns:a16="http://schemas.microsoft.com/office/drawing/2014/main" id="{5C53CD6B-6163-ED85-B034-AB41C9E6E4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8200" y="0"/>
            <a:ext cx="4044820" cy="6858000"/>
          </a:xfrm>
          <a:prstGeom prst="roundRect">
            <a:avLst>
              <a:gd name="adj" fmla="val 10301"/>
            </a:avLst>
          </a:prstGeom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1DDE189-DAAA-9E69-EE99-A9A782044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637" y="3536688"/>
            <a:ext cx="6338182" cy="8569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8D08313-4942-91B9-DC5C-05B043703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641" y="2962278"/>
            <a:ext cx="3854320" cy="466722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AEF3E2B-5469-E547-EE76-BF52955FFA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52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a sol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9202E0B8-16AE-8FCE-471F-9C0236BB7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7FFD2A-8366-53B1-D61C-E606EFE1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F0827-72E2-FB66-5360-CDAE4EC37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6674A8-6408-1422-6700-D100B7F587D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F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E7E3B7-13A8-19D0-74BF-76B61627A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08B1B7B-66AC-CA74-8806-6D5DE0484C53}"/>
              </a:ext>
            </a:extLst>
          </p:cNvPr>
          <p:cNvSpPr txBox="1">
            <a:spLocks/>
          </p:cNvSpPr>
          <p:nvPr userDrawn="1"/>
        </p:nvSpPr>
        <p:spPr>
          <a:xfrm>
            <a:off x="838200" y="373857"/>
            <a:ext cx="10515600" cy="36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400" b="0" i="1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3EDC05F-6FA1-9B84-E5B8-D66A382285A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744AB8-AF87-AA09-30D6-DDA67B0B85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C03076A-DB84-4761-B573-3C1965E12D54}"/>
              </a:ext>
            </a:extLst>
          </p:cNvPr>
          <p:cNvCxnSpPr>
            <a:cxnSpLocks/>
          </p:cNvCxnSpPr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1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C5CD48F-9FE2-9031-4F89-D79FDABFD5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6222A19-AA48-09E9-B8DE-6E05F52DF1C7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15788F-087F-D79A-A328-02010E5B2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0"/>
            <a:ext cx="10515600" cy="8334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ADD0F9F-7335-50CE-9C7B-7C137BEBC4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5" name="Marcador de número de diapositiva 6">
            <a:extLst>
              <a:ext uri="{FF2B5EF4-FFF2-40B4-BE49-F238E27FC236}">
                <a16:creationId xmlns:a16="http://schemas.microsoft.com/office/drawing/2014/main" id="{D4F727E4-2085-9FA6-3517-644583BC0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11A54D-0FFE-0833-9046-3A61C08622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67F0B1E-9086-15D2-B270-DCD02DEB72B6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12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74B7EF8-D018-35F9-E99A-78A3F8136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4A40A23-4EBD-F5EE-1F41-A896AC867411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99BE4C16-FAC7-9970-8FF2-E448D41A7A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8" name="Marcador de número de diapositiva 6">
            <a:extLst>
              <a:ext uri="{FF2B5EF4-FFF2-40B4-BE49-F238E27FC236}">
                <a16:creationId xmlns:a16="http://schemas.microsoft.com/office/drawing/2014/main" id="{E3CAB52D-A37A-D599-58B0-E4C7FE7FF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1EB0E7-721D-0F13-005C-3FA463D269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ECEDF62-7326-F106-3131-E43511ACFAA6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1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D55525D-ACEA-8EE2-3567-62771D927F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E2B4E-BD97-1C58-C92C-35856C59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6787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FC22B14-06C5-1768-8001-54EB3546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5"/>
            <a:ext cx="4887912" cy="9141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166CCBF1-0534-C3F7-B25D-9AC9350575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F70EC658-2A6E-6C86-B33F-6255FE5A0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88D053-8949-0228-3FE0-4838BC2FA3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BDD2113-C744-342E-1719-8294BB85C058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28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91977D2-4163-2BF0-A662-45537340C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E2B4E-BD97-1C58-C92C-35856C59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0"/>
            <a:ext cx="5977079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45288" y="2236786"/>
            <a:ext cx="4887912" cy="36322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E4D93F8-68AD-9495-1F9A-7CF61B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700" y="1028822"/>
            <a:ext cx="4887912" cy="9141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E9450454-4AAE-7726-8958-D38E2B951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3700" y="330200"/>
            <a:ext cx="4887912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5" name="Marcador de número de diapositiva 6">
            <a:extLst>
              <a:ext uri="{FF2B5EF4-FFF2-40B4-BE49-F238E27FC236}">
                <a16:creationId xmlns:a16="http://schemas.microsoft.com/office/drawing/2014/main" id="{28BC3874-0850-52A8-DC5B-36BE52A19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4B22B2-5F05-0B2D-5236-0A39C6961E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D6314E7-B093-763A-B25F-006E6052C15A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27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izquierd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CC7D09F-8F76-559A-472E-6952587C2A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262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CBB164-0D5E-88D7-0187-B7C2084E0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9322024A-5A26-89BF-2510-70B06814FF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8FE539-8534-A7EC-F1E1-8391ABBB1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6154B43-44FB-255D-D098-BEE823AD85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54E7F40-82C8-F658-D2AB-8A9B8E2F4CEF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03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derech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050513-11DE-6BED-85FC-4D2CED217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256" y="888999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CBB164-0D5E-88D7-0187-B7C2084E0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3758" y="888999"/>
            <a:ext cx="6172200" cy="49799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3256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51FF501B-9018-7667-ADA7-CEB8C03060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73256" y="330200"/>
            <a:ext cx="3980544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4693D23A-5378-CA59-3144-40CA6C930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D66ADD2-DA59-76C1-E0FA-185FE8141E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9CF92A0-D38E-8263-F231-A864793F6E55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0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izquierd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3B0790F-D206-C91B-7ABC-EFE41023B2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9000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gráfico 5">
            <a:extLst>
              <a:ext uri="{FF2B5EF4-FFF2-40B4-BE49-F238E27FC236}">
                <a16:creationId xmlns:a16="http://schemas.microsoft.com/office/drawing/2014/main" id="{22B3D291-E57D-AA4A-E187-A53BAB19F73D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181600" y="889000"/>
            <a:ext cx="6170612" cy="497204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5AE9DD7-86DC-F394-69DD-2570B3E4F6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6" name="Marcador de número de diapositiva 6">
            <a:extLst>
              <a:ext uri="{FF2B5EF4-FFF2-40B4-BE49-F238E27FC236}">
                <a16:creationId xmlns:a16="http://schemas.microsoft.com/office/drawing/2014/main" id="{8E55B6C5-62E7-A5F8-F04E-C87384B2A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AFF9E7E-1016-CCEF-D541-95EA40A872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1631009-1E06-5CF3-4D2A-3B7D6210D02A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4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derech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1FE3A16-1C0D-0505-F65A-E8A9E8BC4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BF7D3D7D-21CD-390B-D6A2-5D0DDE11244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58472" y="888999"/>
            <a:ext cx="6170612" cy="4979988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256" y="888999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3256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DE0A575C-A09D-F265-217B-7CA6660AC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68C4A732-4EEF-91A1-7721-FEF587F00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A3121BA-D7D3-8610-8EBA-F62E051279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261BF9C-34E2-F194-52DB-817134334F70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00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356CBDB-30B9-6860-6203-BD1A3B614A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6787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9B66F8A7-D0CE-240E-98A9-D1B85F0E17A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501542" y="373857"/>
            <a:ext cx="5445125" cy="5494338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DD07A7-752B-2121-4A5D-87761D5E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3600"/>
            <a:ext cx="4887912" cy="12720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FEEB7682-7FF1-0754-9C35-C9E235A050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5445125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334CAC-B5AA-E6C8-EB4E-B08E29712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E4448EA-1622-9CB1-F3D7-6C2C006C29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FFF5D9F-2890-FD13-1FCC-EAC52EC6A24D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4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6705F11-BA40-1B2B-C7E8-072C165F07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9B66F8A7-D0CE-240E-98A9-D1B85F0E17A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84565" y="373857"/>
            <a:ext cx="5445125" cy="5494338"/>
          </a:xfrm>
        </p:spPr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5888" y="2235995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DFF5B0-CE61-F1D4-5C11-6DCE94C7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888" y="821126"/>
            <a:ext cx="488791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5DB427B5-07E2-9E89-9024-36F4A71CA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65888" y="330200"/>
            <a:ext cx="4887912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0A470D-0659-A0DB-4535-E11535C47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674587F-0FCD-1C64-4E57-5101AD04B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6382BC8-B510-9D24-C495-4A0CC4998BFB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f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34AE64-7424-1843-EAD8-7B6CF95B6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7FFD2A-8366-53B1-D61C-E606EFE14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3375"/>
            <a:ext cx="10515600" cy="77628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s-ES"/>
              <a:t>Bibliografía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F0827-72E2-FB66-5360-CDAE4EC37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6674A8-6408-1422-6700-D100B7F587D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F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E7E3B7-13A8-19D0-74BF-76B61627A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08B1B7B-66AC-CA74-8806-6D5DE0484C53}"/>
              </a:ext>
            </a:extLst>
          </p:cNvPr>
          <p:cNvSpPr txBox="1">
            <a:spLocks/>
          </p:cNvSpPr>
          <p:nvPr userDrawn="1"/>
        </p:nvSpPr>
        <p:spPr>
          <a:xfrm>
            <a:off x="838200" y="373857"/>
            <a:ext cx="10515600" cy="36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400" b="0" i="1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3EDC05F-6FA1-9B84-E5B8-D66A382285A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1242513"/>
            <a:ext cx="10515600" cy="495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6A07AC9-A488-44CD-9555-D25FA5977425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216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7AD2C6-F253-34D4-E7E7-3E18B09B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DCDAC-B4B6-2EB5-488C-27CF52905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6869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0" r:id="rId3"/>
    <p:sldLayoutId id="2147483661" r:id="rId4"/>
    <p:sldLayoutId id="2147483650" r:id="rId5"/>
    <p:sldLayoutId id="2147483654" r:id="rId6"/>
    <p:sldLayoutId id="2147483655" r:id="rId7"/>
    <p:sldLayoutId id="2147483656" r:id="rId8"/>
    <p:sldLayoutId id="2147483659" r:id="rId9"/>
    <p:sldLayoutId id="2147483657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ampusdual-my.sharepoint.com/:u:/p/daniel_alvarez/EXlxSr_zpX5LpwKYc8G4r-IB6It00YAZ7npEPMBDkMzWZg?e=7w30b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fabric.microsoft.com/Redirect?action=OpenApp&amp;appId=127db534-c77f-4cd1-ba18-f656afb3229a&amp;ctid=a4cd0dbe-124c-4e1d-b4ca-99ca2ba097cf&amp;experience=fabric-developer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A1B409-12B3-5FF1-64BB-ADEE6A31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4" y="1308339"/>
            <a:ext cx="10926790" cy="539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9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CE70A6-CAFA-2567-F422-9B12A206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988AE-B4E7-4A11-A90F-B9F064A402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INTRODUCCIÓN</a:t>
            </a:r>
            <a:endParaRPr lang="es-ES" err="1"/>
          </a:p>
        </p:txBody>
      </p:sp>
      <p:pic>
        <p:nvPicPr>
          <p:cNvPr id="2" name="Imagen 1" descr="Interfaz de usuario gráfica, Aplicación, Sitio web&#10;&#10;El contenido generado por inteligencia artificial puede ser incorrecto.">
            <a:extLst>
              <a:ext uri="{FF2B5EF4-FFF2-40B4-BE49-F238E27FC236}">
                <a16:creationId xmlns:a16="http://schemas.microsoft.com/office/drawing/2014/main" id="{FA12DA71-91C8-99A2-D09C-C3A3D1717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76" y="762000"/>
            <a:ext cx="10524225" cy="543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2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2E468-654B-67C9-9A71-BDD2FB22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Versiones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CE70A6-CAFA-2567-F422-9B12A206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3</a:t>
            </a:fld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14B8D8-AC69-3E47-8916-B65041291222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1) Cloud en </a:t>
            </a:r>
            <a:r>
              <a:rPr lang="es-ES" dirty="0" err="1"/>
              <a:t>Fabric</a:t>
            </a:r>
            <a:r>
              <a:rPr lang="es-ES" dirty="0"/>
              <a:t> con tablas, medidas y calendario en la nube</a:t>
            </a:r>
            <a:endParaRPr lang="es-ES" dirty="0">
              <a:ea typeface="Roboto"/>
              <a:cs typeface="Roboto"/>
            </a:endParaRPr>
          </a:p>
          <a:p>
            <a:endParaRPr lang="es-ES">
              <a:ea typeface="Roboto"/>
              <a:cs typeface="Roboto"/>
            </a:endParaRPr>
          </a:p>
          <a:p>
            <a:endParaRPr lang="es-ES">
              <a:ea typeface="Roboto"/>
              <a:cs typeface="Roboto"/>
            </a:endParaRPr>
          </a:p>
          <a:p>
            <a:r>
              <a:rPr lang="es-ES" dirty="0"/>
              <a:t>2) </a:t>
            </a:r>
            <a:r>
              <a:rPr lang="es-ES" dirty="0" err="1"/>
              <a:t>On</a:t>
            </a:r>
            <a:r>
              <a:rPr lang="es-ES" dirty="0"/>
              <a:t> Premise, con todos los datos en la versión Desktop</a:t>
            </a:r>
            <a:endParaRPr lang="es-ES" dirty="0">
              <a:ea typeface="Roboto"/>
              <a:cs typeface="Roboto"/>
            </a:endParaRPr>
          </a:p>
          <a:p>
            <a:pPr marL="0" indent="0">
              <a:buNone/>
            </a:pPr>
            <a:endParaRPr lang="es-ES">
              <a:ea typeface="Roboto"/>
              <a:cs typeface="Roboto"/>
            </a:endParaRPr>
          </a:p>
          <a:p>
            <a:pPr marL="0" indent="0" algn="ctr">
              <a:buNone/>
            </a:pPr>
            <a:r>
              <a:rPr lang="es-ES" sz="2000" dirty="0">
                <a:solidFill>
                  <a:srgbClr val="002060"/>
                </a:solidFill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Departamento Compras.pbix</a:t>
            </a:r>
          </a:p>
          <a:p>
            <a:endParaRPr lang="es-ES">
              <a:ea typeface="Roboto"/>
              <a:cs typeface="Roboto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988AE-B4E7-4A11-A90F-B9F064A402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ARCHIVOS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2CFB-CA1E-D96D-BCDF-50983DD8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9A71E-B4F6-BF25-3159-4BE51F89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 | </a:t>
            </a:r>
            <a:r>
              <a:rPr lang="es-ES" err="1">
                <a:ea typeface="Roboto"/>
                <a:cs typeface="Roboto"/>
              </a:rPr>
              <a:t>Bronze</a:t>
            </a:r>
            <a:endParaRPr lang="es-ES" err="1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9E8AA42-E9CB-1EF6-505E-0B3BEE81D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4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68E315-E498-5182-F6F1-3E332B7FDB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/>
          </a:p>
        </p:txBody>
      </p:sp>
      <p:pic>
        <p:nvPicPr>
          <p:cNvPr id="7" name="Imagen 6" descr="Interfaz de usuario gráfica, 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687347A7-525A-B883-6867-02DE86E6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745" y="1576440"/>
            <a:ext cx="3961323" cy="3142712"/>
          </a:xfrm>
          <a:prstGeom prst="rect">
            <a:avLst/>
          </a:prstGeom>
        </p:spPr>
      </p:pic>
      <p:pic>
        <p:nvPicPr>
          <p:cNvPr id="8" name="Imagen 7" descr="Interfaz de usuario gráfica, Texto, Aplicación, Correo electrónico&#10;&#10;El contenido generado por inteligencia artificial puede ser incorrecto.">
            <a:extLst>
              <a:ext uri="{FF2B5EF4-FFF2-40B4-BE49-F238E27FC236}">
                <a16:creationId xmlns:a16="http://schemas.microsoft.com/office/drawing/2014/main" id="{28CFBC80-1A80-C686-F0F9-EE6DC756C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86" y="4704722"/>
            <a:ext cx="10239375" cy="1646747"/>
          </a:xfrm>
          <a:prstGeom prst="rect">
            <a:avLst/>
          </a:prstGeom>
        </p:spPr>
      </p:pic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F2EC8947-55B6-BFC3-6C9B-FB6A32FA9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883" y="1685476"/>
            <a:ext cx="5764422" cy="22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4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7C7AF-A31F-1E69-FFF5-A761C43B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12823-ECB3-431B-D76D-D5BA3E6F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 | </a:t>
            </a:r>
            <a:r>
              <a:rPr lang="es-ES" err="1">
                <a:ea typeface="Roboto"/>
                <a:cs typeface="Roboto"/>
              </a:rPr>
              <a:t>Bronze</a:t>
            </a:r>
            <a:endParaRPr lang="es-ES">
              <a:ea typeface="Roboto"/>
              <a:cs typeface="Robo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2DEC772-EAE8-024F-A66C-39EC4CDA6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5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A2BFD1-FEAF-CF99-F049-5EBB37C26D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4" name="Imagen 3" descr="Imagen que contiene Tabla&#10;&#10;El contenido generado por inteligencia artificial puede ser incorrecto.">
            <a:extLst>
              <a:ext uri="{FF2B5EF4-FFF2-40B4-BE49-F238E27FC236}">
                <a16:creationId xmlns:a16="http://schemas.microsoft.com/office/drawing/2014/main" id="{16EF6B09-FCC2-0EA9-88D3-6C9673C5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971" y="1717914"/>
            <a:ext cx="2340813" cy="462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9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05CE-A03B-F688-520E-57FD7681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765B7-879A-E341-F196-495111F4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 | Silver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DF15A3B-8EDC-34EE-8495-43B82C913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6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ABB138-5B7C-D6E5-82CC-7C22E0565A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B96139A1-7932-DB2A-7853-81BE672E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41" y="1585644"/>
            <a:ext cx="8837223" cy="49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774B-916B-E0C7-BDB3-E2C5050F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C54D-8396-A044-5463-7FB4991A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 | Gold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C9B745-858B-A923-B46D-4EF428590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7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087602-3418-9467-7870-EA1A6C23D1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2C51B381-1CA4-4B13-304F-AE2D10A9E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79" y="2279440"/>
            <a:ext cx="4065378" cy="4096289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5D467307-1B1A-49B8-B2EF-6FA9DC554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4" y="1717824"/>
            <a:ext cx="7632759" cy="46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7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1BB4-81B4-E9C1-BC2B-C76BC7F4B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91BCD-C4D7-D105-B6DC-8C559C70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 | Gold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C2EA9A0-AD01-8073-086C-007398DEF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8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B5D0CD-6C88-A39D-7EDB-DD28680785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Interfaz de usuario gráfica, Texto, Aplicación, Correo electrónico&#10;&#10;El contenido generado por inteligencia artificial puede ser incorrecto.">
            <a:extLst>
              <a:ext uri="{FF2B5EF4-FFF2-40B4-BE49-F238E27FC236}">
                <a16:creationId xmlns:a16="http://schemas.microsoft.com/office/drawing/2014/main" id="{A46BCED3-D128-F98C-F12C-FDA92DA9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96" y="1845245"/>
            <a:ext cx="10510208" cy="411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8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9023-1BCF-07E2-C603-7E5785E9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7AC77-45B1-5847-842D-B9E7ADDC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Arquitectura de medallón | Gold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76403D3-7779-1786-F20C-186D9E92E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9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E13B8B-FBAC-F454-30A1-DDC471089F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4" name="Imagen 3" descr="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5C317465-CB98-1439-AFCF-03B73FF7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685132"/>
            <a:ext cx="78295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2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D133-B58D-0BAD-6912-3B48B736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F3977-6E6D-8DEE-F75E-DE65337B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Modelo y medidas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DEAD6B-2CDB-CB64-91EA-45E7D20E2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10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3E14E5-16E7-3783-0F7E-D56BCBD327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AC8AE463-195C-0CED-91E8-B70406CA2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23" y="1530560"/>
            <a:ext cx="5352331" cy="4803296"/>
          </a:xfrm>
          <a:prstGeom prst="rect">
            <a:avLst/>
          </a:prstGeom>
        </p:spPr>
      </p:pic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65E31EBC-0EF3-D4DE-7004-2324538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36" y="1530291"/>
            <a:ext cx="2009775" cy="480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1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0915-508E-763A-E455-C554F252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81D-884B-AD9B-F8BE-ADD44C4D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FF447A5-C62D-4735-CEB2-BEBFAC9C4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11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54AB5E-E517-C16D-8241-DB72BD28A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ON PREMISE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8" name="Imagen 7" descr="Interfaz de usuario gráfica, Texto, Aplicación, Correo electrónico&#10;&#10;El contenido generado por inteligencia artificial puede ser incorrecto.">
            <a:extLst>
              <a:ext uri="{FF2B5EF4-FFF2-40B4-BE49-F238E27FC236}">
                <a16:creationId xmlns:a16="http://schemas.microsoft.com/office/drawing/2014/main" id="{33B213E1-EE3F-8915-3CE5-BA577326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21" y="2056747"/>
            <a:ext cx="5353050" cy="340042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859213C-A4AB-61F0-5813-7E59BB7445F0}"/>
              </a:ext>
            </a:extLst>
          </p:cNvPr>
          <p:cNvSpPr txBox="1"/>
          <p:nvPr/>
        </p:nvSpPr>
        <p:spPr>
          <a:xfrm>
            <a:off x="6169232" y="1687311"/>
            <a:ext cx="5681493" cy="454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203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55E3-8516-F09A-74E7-E34021BD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57DE4-AA07-0923-8229-39B25DF3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F7784BF-A541-56F9-273B-70194181C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12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23C778-FDA3-D233-B311-4A3491B84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ON PREMISE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9DCD4725-54B4-CF9C-4DEE-442EAEDD34E9}"/>
              </a:ext>
            </a:extLst>
          </p:cNvPr>
          <p:cNvSpPr txBox="1"/>
          <p:nvPr/>
        </p:nvSpPr>
        <p:spPr>
          <a:xfrm>
            <a:off x="1066162" y="1690688"/>
            <a:ext cx="5045337" cy="489364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 err="1">
                <a:ea typeface="Roboto"/>
                <a:cs typeface="Roboto"/>
              </a:rPr>
              <a:t>DimProducto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SELECT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p.ProductID</a:t>
            </a:r>
            <a:r>
              <a:rPr lang="es-ES" sz="800">
                <a:ea typeface="+mn-lt"/>
                <a:cs typeface="+mn-lt"/>
              </a:rPr>
              <a:t>                     AS </a:t>
            </a:r>
            <a:r>
              <a:rPr lang="es-ES" sz="800" err="1">
                <a:ea typeface="+mn-lt"/>
                <a:cs typeface="+mn-lt"/>
              </a:rPr>
              <a:t>IDProducto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p.Name</a:t>
            </a:r>
            <a:r>
              <a:rPr lang="es-ES" sz="800">
                <a:ea typeface="+mn-lt"/>
                <a:cs typeface="+mn-lt"/>
              </a:rPr>
              <a:t>                                AS </a:t>
            </a:r>
            <a:r>
              <a:rPr lang="es-ES" sz="800" err="1">
                <a:ea typeface="+mn-lt"/>
                <a:cs typeface="+mn-lt"/>
              </a:rPr>
              <a:t>NombreProducto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SUM(</a:t>
            </a:r>
            <a:r>
              <a:rPr lang="es-ES" sz="800" err="1">
                <a:ea typeface="+mn-lt"/>
                <a:cs typeface="+mn-lt"/>
              </a:rPr>
              <a:t>pi.Quantity</a:t>
            </a:r>
            <a:r>
              <a:rPr lang="es-ES" sz="800">
                <a:ea typeface="+mn-lt"/>
                <a:cs typeface="+mn-lt"/>
              </a:rPr>
              <a:t>)                  AS Stock,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CASE 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     WHEN </a:t>
            </a:r>
            <a:r>
              <a:rPr lang="es-ES" sz="800" err="1">
                <a:ea typeface="+mn-lt"/>
                <a:cs typeface="+mn-lt"/>
              </a:rPr>
              <a:t>pc.Name</a:t>
            </a:r>
            <a:r>
              <a:rPr lang="es-ES" sz="800">
                <a:ea typeface="+mn-lt"/>
                <a:cs typeface="+mn-lt"/>
              </a:rPr>
              <a:t> IS NULL THEN 'Sin Categorizar'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     ELSE </a:t>
            </a:r>
            <a:r>
              <a:rPr lang="es-ES" sz="800" err="1">
                <a:ea typeface="+mn-lt"/>
                <a:cs typeface="+mn-lt"/>
              </a:rPr>
              <a:t>pc.Name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END             AS </a:t>
            </a:r>
            <a:r>
              <a:rPr lang="es-ES" sz="800" err="1">
                <a:ea typeface="+mn-lt"/>
                <a:cs typeface="+mn-lt"/>
              </a:rPr>
              <a:t>Categoria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CASE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     WHEN </a:t>
            </a:r>
            <a:r>
              <a:rPr lang="es-ES" sz="800" err="1">
                <a:ea typeface="+mn-lt"/>
                <a:cs typeface="+mn-lt"/>
              </a:rPr>
              <a:t>psc.Name</a:t>
            </a:r>
            <a:r>
              <a:rPr lang="es-ES" sz="800">
                <a:ea typeface="+mn-lt"/>
                <a:cs typeface="+mn-lt"/>
              </a:rPr>
              <a:t> IS NULL THEN 'Sin Categorizar'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     ELSE </a:t>
            </a:r>
            <a:r>
              <a:rPr lang="es-ES" sz="800" err="1">
                <a:ea typeface="+mn-lt"/>
                <a:cs typeface="+mn-lt"/>
              </a:rPr>
              <a:t>psc.Name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END             AS </a:t>
            </a:r>
            <a:r>
              <a:rPr lang="es-ES" sz="800" err="1">
                <a:ea typeface="+mn-lt"/>
                <a:cs typeface="+mn-lt"/>
              </a:rPr>
              <a:t>Subcategoria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FROM </a:t>
            </a:r>
            <a:r>
              <a:rPr lang="es-ES" sz="800" err="1">
                <a:ea typeface="+mn-lt"/>
                <a:cs typeface="+mn-lt"/>
              </a:rPr>
              <a:t>Production.Product</a:t>
            </a:r>
            <a:r>
              <a:rPr lang="es-ES" sz="800">
                <a:ea typeface="+mn-lt"/>
                <a:cs typeface="+mn-lt"/>
              </a:rPr>
              <a:t> p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Production.ProductSubcategory</a:t>
            </a:r>
            <a:r>
              <a:rPr lang="es-ES" sz="800">
                <a:ea typeface="+mn-lt"/>
                <a:cs typeface="+mn-lt"/>
              </a:rPr>
              <a:t> </a:t>
            </a:r>
            <a:r>
              <a:rPr lang="es-ES" sz="800" err="1">
                <a:ea typeface="+mn-lt"/>
                <a:cs typeface="+mn-lt"/>
              </a:rPr>
              <a:t>psc</a:t>
            </a:r>
            <a:r>
              <a:rPr lang="es-ES" sz="800">
                <a:ea typeface="+mn-lt"/>
                <a:cs typeface="+mn-lt"/>
              </a:rPr>
              <a:t> ON </a:t>
            </a:r>
            <a:r>
              <a:rPr lang="es-ES" sz="800" err="1">
                <a:ea typeface="+mn-lt"/>
                <a:cs typeface="+mn-lt"/>
              </a:rPr>
              <a:t>p.ProductSubcategoryID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psc.ProductSubcategoryID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Production.ProductCategory</a:t>
            </a:r>
            <a:r>
              <a:rPr lang="es-ES" sz="800">
                <a:ea typeface="+mn-lt"/>
                <a:cs typeface="+mn-lt"/>
              </a:rPr>
              <a:t> pc ON </a:t>
            </a:r>
            <a:r>
              <a:rPr lang="es-ES" sz="800" err="1">
                <a:ea typeface="+mn-lt"/>
                <a:cs typeface="+mn-lt"/>
              </a:rPr>
              <a:t>psc.ProductCategoryID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pc.ProductCategoryID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Production.ProductInventory</a:t>
            </a:r>
            <a:r>
              <a:rPr lang="es-ES" sz="800">
                <a:ea typeface="+mn-lt"/>
                <a:cs typeface="+mn-lt"/>
              </a:rPr>
              <a:t> pi ON </a:t>
            </a:r>
            <a:r>
              <a:rPr lang="es-ES" sz="800" err="1">
                <a:ea typeface="+mn-lt"/>
                <a:cs typeface="+mn-lt"/>
              </a:rPr>
              <a:t>p.ProductID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pi.ProductID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GROUP BY </a:t>
            </a:r>
            <a:r>
              <a:rPr lang="es-ES" sz="800" err="1">
                <a:ea typeface="+mn-lt"/>
                <a:cs typeface="+mn-lt"/>
              </a:rPr>
              <a:t>p.ProductID</a:t>
            </a:r>
            <a:r>
              <a:rPr lang="es-ES" sz="800">
                <a:ea typeface="+mn-lt"/>
                <a:cs typeface="+mn-lt"/>
              </a:rPr>
              <a:t>, </a:t>
            </a:r>
            <a:r>
              <a:rPr lang="es-ES" sz="800" err="1">
                <a:ea typeface="+mn-lt"/>
                <a:cs typeface="+mn-lt"/>
              </a:rPr>
              <a:t>p.Name</a:t>
            </a:r>
            <a:r>
              <a:rPr lang="es-ES" sz="800">
                <a:ea typeface="+mn-lt"/>
                <a:cs typeface="+mn-lt"/>
              </a:rPr>
              <a:t>, </a:t>
            </a:r>
            <a:r>
              <a:rPr lang="es-ES" sz="800" err="1">
                <a:ea typeface="+mn-lt"/>
                <a:cs typeface="+mn-lt"/>
              </a:rPr>
              <a:t>pc.Name</a:t>
            </a:r>
            <a:r>
              <a:rPr lang="es-ES" sz="800">
                <a:ea typeface="+mn-lt"/>
                <a:cs typeface="+mn-lt"/>
              </a:rPr>
              <a:t>, </a:t>
            </a:r>
            <a:r>
              <a:rPr lang="es-ES" sz="800" err="1">
                <a:ea typeface="+mn-lt"/>
                <a:cs typeface="+mn-lt"/>
              </a:rPr>
              <a:t>psc.Name</a:t>
            </a:r>
            <a:endParaRPr lang="es-ES" sz="800" err="1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---</a:t>
            </a:r>
            <a:r>
              <a:rPr lang="es-ES" sz="800" err="1">
                <a:ea typeface="+mn-lt"/>
                <a:cs typeface="+mn-lt"/>
              </a:rPr>
              <a:t>DimProveedor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SELECT DISTINCT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v.BusinessEntityID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         AS </a:t>
            </a:r>
            <a:r>
              <a:rPr lang="es-ES" sz="800" err="1">
                <a:ea typeface="+mn-lt"/>
                <a:cs typeface="+mn-lt"/>
              </a:rPr>
              <a:t>IDProveedor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v.Name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                          AS </a:t>
            </a:r>
            <a:r>
              <a:rPr lang="es-ES" sz="800" err="1">
                <a:ea typeface="+mn-lt"/>
                <a:cs typeface="+mn-lt"/>
              </a:rPr>
              <a:t>NombreProveedor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a.StateProvinceID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          AS </a:t>
            </a:r>
            <a:r>
              <a:rPr lang="es-ES" sz="800" err="1">
                <a:ea typeface="+mn-lt"/>
                <a:cs typeface="+mn-lt"/>
              </a:rPr>
              <a:t>IDProvincia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p.ProductID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                    AS </a:t>
            </a:r>
            <a:r>
              <a:rPr lang="es-ES" sz="800" err="1">
                <a:ea typeface="+mn-lt"/>
                <a:cs typeface="+mn-lt"/>
              </a:rPr>
              <a:t>IDProducto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CAST(CONCAT(</a:t>
            </a:r>
            <a:r>
              <a:rPr lang="es-ES" sz="800" err="1">
                <a:ea typeface="+mn-lt"/>
                <a:cs typeface="+mn-lt"/>
              </a:rPr>
              <a:t>p.ProductID</a:t>
            </a:r>
            <a:r>
              <a:rPr lang="es-ES" sz="800">
                <a:ea typeface="+mn-lt"/>
                <a:cs typeface="+mn-lt"/>
              </a:rPr>
              <a:t>, </a:t>
            </a:r>
            <a:r>
              <a:rPr lang="es-ES" sz="800" err="1">
                <a:ea typeface="+mn-lt"/>
                <a:cs typeface="+mn-lt"/>
              </a:rPr>
              <a:t>v.BusinessEntityID</a:t>
            </a:r>
            <a:r>
              <a:rPr lang="es-ES" sz="800">
                <a:ea typeface="+mn-lt"/>
                <a:cs typeface="+mn-lt"/>
              </a:rPr>
              <a:t>) AS INT)   AS </a:t>
            </a:r>
            <a:r>
              <a:rPr lang="es-ES" sz="800" err="1">
                <a:ea typeface="+mn-lt"/>
                <a:cs typeface="+mn-lt"/>
              </a:rPr>
              <a:t>IDProductoProveedor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pv.AverageLeadTime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         AS </a:t>
            </a:r>
            <a:r>
              <a:rPr lang="es-ES" sz="800" err="1">
                <a:ea typeface="+mn-lt"/>
                <a:cs typeface="+mn-lt"/>
              </a:rPr>
              <a:t>TiempoMedioEnvio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pv.StandardPrice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            AS </a:t>
            </a:r>
            <a:r>
              <a:rPr lang="es-ES" sz="800" err="1">
                <a:ea typeface="+mn-lt"/>
                <a:cs typeface="+mn-lt"/>
              </a:rPr>
              <a:t>PrecioCosteActual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pv.LastReceiptCost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       AS </a:t>
            </a:r>
            <a:r>
              <a:rPr lang="es-ES" sz="800" err="1">
                <a:ea typeface="+mn-lt"/>
                <a:cs typeface="+mn-lt"/>
              </a:rPr>
              <a:t>PrecioCosteAnterior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pv.MinOrderQty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                 AS </a:t>
            </a:r>
            <a:r>
              <a:rPr lang="es-ES" sz="800" err="1">
                <a:ea typeface="+mn-lt"/>
                <a:cs typeface="+mn-lt"/>
              </a:rPr>
              <a:t>CantidadMinimaPedido</a:t>
            </a:r>
            <a:r>
              <a:rPr lang="es-ES" sz="800">
                <a:ea typeface="+mn-lt"/>
                <a:cs typeface="+mn-lt"/>
              </a:rPr>
              <a:t>,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pv.MaxOrderQty</a:t>
            </a:r>
            <a:r>
              <a:rPr lang="es-ES" sz="800">
                <a:ea typeface="+mn-lt"/>
                <a:cs typeface="+mn-lt"/>
              </a:rPr>
              <a:t>                                                     AS </a:t>
            </a:r>
            <a:r>
              <a:rPr lang="es-ES" sz="800" err="1">
                <a:ea typeface="+mn-lt"/>
                <a:cs typeface="+mn-lt"/>
              </a:rPr>
              <a:t>CantidadMaximaPedido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FROM </a:t>
            </a:r>
            <a:r>
              <a:rPr lang="es-ES" sz="800" err="1">
                <a:ea typeface="+mn-lt"/>
                <a:cs typeface="+mn-lt"/>
              </a:rPr>
              <a:t>Purchasing.Vendor</a:t>
            </a:r>
            <a:r>
              <a:rPr lang="es-ES" sz="800">
                <a:ea typeface="+mn-lt"/>
                <a:cs typeface="+mn-lt"/>
              </a:rPr>
              <a:t> v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INNER JOIN </a:t>
            </a:r>
            <a:r>
              <a:rPr lang="es-ES" sz="800" err="1">
                <a:ea typeface="+mn-lt"/>
                <a:cs typeface="+mn-lt"/>
              </a:rPr>
              <a:t>Purchasing.ProductVendor</a:t>
            </a:r>
            <a:r>
              <a:rPr lang="es-ES" sz="800">
                <a:ea typeface="+mn-lt"/>
                <a:cs typeface="+mn-lt"/>
              </a:rPr>
              <a:t> </a:t>
            </a:r>
            <a:r>
              <a:rPr lang="es-ES" sz="800" err="1">
                <a:ea typeface="+mn-lt"/>
                <a:cs typeface="+mn-lt"/>
              </a:rPr>
              <a:t>pv</a:t>
            </a:r>
            <a:r>
              <a:rPr lang="es-ES" sz="800">
                <a:ea typeface="+mn-lt"/>
                <a:cs typeface="+mn-lt"/>
              </a:rPr>
              <a:t> ON </a:t>
            </a:r>
            <a:r>
              <a:rPr lang="es-ES" sz="800" err="1">
                <a:ea typeface="+mn-lt"/>
                <a:cs typeface="+mn-lt"/>
              </a:rPr>
              <a:t>v.BusinessEntityID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pv.BusinessEntityID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INNER JOIN </a:t>
            </a:r>
            <a:r>
              <a:rPr lang="es-ES" sz="800" err="1">
                <a:ea typeface="+mn-lt"/>
                <a:cs typeface="+mn-lt"/>
              </a:rPr>
              <a:t>Production.Product</a:t>
            </a:r>
            <a:r>
              <a:rPr lang="es-ES" sz="800">
                <a:ea typeface="+mn-lt"/>
                <a:cs typeface="+mn-lt"/>
              </a:rPr>
              <a:t> p ON </a:t>
            </a:r>
            <a:r>
              <a:rPr lang="es-ES" sz="800" err="1">
                <a:ea typeface="+mn-lt"/>
                <a:cs typeface="+mn-lt"/>
              </a:rPr>
              <a:t>pv.ProductID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p.ProductID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Person.BusinessEntity</a:t>
            </a:r>
            <a:r>
              <a:rPr lang="es-ES" sz="800">
                <a:ea typeface="+mn-lt"/>
                <a:cs typeface="+mn-lt"/>
              </a:rPr>
              <a:t> be ON </a:t>
            </a:r>
            <a:r>
              <a:rPr lang="es-ES" sz="800" err="1">
                <a:ea typeface="+mn-lt"/>
                <a:cs typeface="+mn-lt"/>
              </a:rPr>
              <a:t>v.BusinessEntityID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be.BusinessEntityID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Person.BusinessEntityAddress</a:t>
            </a:r>
            <a:r>
              <a:rPr lang="es-ES" sz="800">
                <a:ea typeface="+mn-lt"/>
                <a:cs typeface="+mn-lt"/>
              </a:rPr>
              <a:t> </a:t>
            </a:r>
            <a:r>
              <a:rPr lang="es-ES" sz="800" err="1">
                <a:ea typeface="+mn-lt"/>
                <a:cs typeface="+mn-lt"/>
              </a:rPr>
              <a:t>ea</a:t>
            </a:r>
            <a:r>
              <a:rPr lang="es-ES" sz="800">
                <a:ea typeface="+mn-lt"/>
                <a:cs typeface="+mn-lt"/>
              </a:rPr>
              <a:t> ON </a:t>
            </a:r>
            <a:r>
              <a:rPr lang="es-ES" sz="800" err="1">
                <a:ea typeface="+mn-lt"/>
                <a:cs typeface="+mn-lt"/>
              </a:rPr>
              <a:t>be.BusinessEntityID</a:t>
            </a:r>
            <a:r>
              <a:rPr lang="es-ES" sz="800">
                <a:ea typeface="+mn-lt"/>
                <a:cs typeface="+mn-lt"/>
              </a:rPr>
              <a:t>= </a:t>
            </a:r>
            <a:r>
              <a:rPr lang="es-ES" sz="800" err="1">
                <a:ea typeface="+mn-lt"/>
                <a:cs typeface="+mn-lt"/>
              </a:rPr>
              <a:t>ea.BusinessEntityID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>
                <a:ea typeface="+mn-lt"/>
                <a:cs typeface="+mn-lt"/>
              </a:rPr>
              <a:t>LEFT JOIN </a:t>
            </a:r>
            <a:r>
              <a:rPr lang="es-ES" sz="800" err="1">
                <a:ea typeface="+mn-lt"/>
                <a:cs typeface="+mn-lt"/>
              </a:rPr>
              <a:t>Person.Address</a:t>
            </a:r>
            <a:r>
              <a:rPr lang="es-ES" sz="800">
                <a:ea typeface="+mn-lt"/>
                <a:cs typeface="+mn-lt"/>
              </a:rPr>
              <a:t> a ON </a:t>
            </a:r>
            <a:r>
              <a:rPr lang="es-ES" sz="800" err="1">
                <a:ea typeface="+mn-lt"/>
                <a:cs typeface="+mn-lt"/>
              </a:rPr>
              <a:t>ea.AddressID</a:t>
            </a:r>
            <a:r>
              <a:rPr lang="es-ES" sz="800">
                <a:ea typeface="+mn-lt"/>
                <a:cs typeface="+mn-lt"/>
              </a:rPr>
              <a:t> = </a:t>
            </a:r>
            <a:r>
              <a:rPr lang="es-ES" sz="800" err="1">
                <a:ea typeface="+mn-lt"/>
                <a:cs typeface="+mn-lt"/>
              </a:rPr>
              <a:t>a.AddressID</a:t>
            </a:r>
            <a:endParaRPr lang="es-ES" sz="800" err="1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165779-FAFA-56A1-B67F-D314DE8A5E97}"/>
              </a:ext>
            </a:extLst>
          </p:cNvPr>
          <p:cNvSpPr txBox="1"/>
          <p:nvPr/>
        </p:nvSpPr>
        <p:spPr>
          <a:xfrm>
            <a:off x="6339460" y="1690688"/>
            <a:ext cx="5306440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>
                <a:ea typeface="Roboto"/>
                <a:cs typeface="Roboto"/>
              </a:rPr>
              <a:t>---</a:t>
            </a:r>
            <a:r>
              <a:rPr lang="es-ES" sz="800" err="1">
                <a:ea typeface="Roboto"/>
                <a:cs typeface="Roboto"/>
              </a:rPr>
              <a:t>DimTerritorio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SELECT DISTINCT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a.StateProvinceID</a:t>
            </a:r>
            <a:r>
              <a:rPr lang="es-ES" sz="800">
                <a:ea typeface="Roboto"/>
                <a:cs typeface="Roboto"/>
              </a:rPr>
              <a:t>            AS </a:t>
            </a:r>
            <a:r>
              <a:rPr lang="es-ES" sz="800" err="1">
                <a:ea typeface="Roboto"/>
                <a:cs typeface="Roboto"/>
              </a:rPr>
              <a:t>IDProvincia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c.Name</a:t>
            </a:r>
            <a:r>
              <a:rPr lang="es-ES" sz="800">
                <a:ea typeface="Roboto"/>
                <a:cs typeface="Roboto"/>
              </a:rPr>
              <a:t>                    AS </a:t>
            </a:r>
            <a:r>
              <a:rPr lang="es-ES" sz="800" err="1">
                <a:ea typeface="Roboto"/>
                <a:cs typeface="Roboto"/>
              </a:rPr>
              <a:t>Pais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s.Name</a:t>
            </a:r>
            <a:r>
              <a:rPr lang="es-ES" sz="800">
                <a:ea typeface="Roboto"/>
                <a:cs typeface="Roboto"/>
              </a:rPr>
              <a:t>                    AS Provincia</a:t>
            </a:r>
          </a:p>
          <a:p>
            <a:r>
              <a:rPr lang="es-ES" sz="800">
                <a:ea typeface="Roboto"/>
                <a:cs typeface="Roboto"/>
              </a:rPr>
              <a:t>FROM </a:t>
            </a:r>
            <a:r>
              <a:rPr lang="es-ES" sz="800" err="1">
                <a:ea typeface="Roboto"/>
                <a:cs typeface="Roboto"/>
              </a:rPr>
              <a:t>Person.BusinessEntityAddress</a:t>
            </a:r>
            <a:r>
              <a:rPr lang="es-ES" sz="800">
                <a:ea typeface="Roboto"/>
                <a:cs typeface="Roboto"/>
              </a:rPr>
              <a:t> b</a:t>
            </a: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Person.Address</a:t>
            </a:r>
            <a:r>
              <a:rPr lang="es-ES" sz="800">
                <a:ea typeface="Roboto"/>
                <a:cs typeface="Roboto"/>
              </a:rPr>
              <a:t> a ON </a:t>
            </a:r>
            <a:r>
              <a:rPr lang="es-ES" sz="800" err="1">
                <a:ea typeface="Roboto"/>
                <a:cs typeface="Roboto"/>
              </a:rPr>
              <a:t>b.AddressID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a.AddressID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Person.StateProvince</a:t>
            </a:r>
            <a:r>
              <a:rPr lang="es-ES" sz="800">
                <a:ea typeface="Roboto"/>
                <a:cs typeface="Roboto"/>
              </a:rPr>
              <a:t> s ON </a:t>
            </a:r>
            <a:r>
              <a:rPr lang="es-ES" sz="800" err="1">
                <a:ea typeface="Roboto"/>
                <a:cs typeface="Roboto"/>
              </a:rPr>
              <a:t>a.StateProvinceID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s.StateProvinceID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Person.CountryRegion</a:t>
            </a:r>
            <a:r>
              <a:rPr lang="es-ES" sz="800">
                <a:ea typeface="Roboto"/>
                <a:cs typeface="Roboto"/>
              </a:rPr>
              <a:t> c ON </a:t>
            </a:r>
            <a:r>
              <a:rPr lang="es-ES" sz="800" err="1">
                <a:ea typeface="Roboto"/>
                <a:cs typeface="Roboto"/>
              </a:rPr>
              <a:t>s.CountryRegionCode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c.CountryRegionCode</a:t>
            </a:r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---</a:t>
            </a:r>
            <a:r>
              <a:rPr lang="es-ES" sz="800" err="1">
                <a:ea typeface="Roboto"/>
                <a:cs typeface="Roboto"/>
              </a:rPr>
              <a:t>FactCompras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SELECT 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poh.PurchaseOrderID</a:t>
            </a:r>
            <a:r>
              <a:rPr lang="es-ES" sz="800">
                <a:ea typeface="Roboto"/>
                <a:cs typeface="Roboto"/>
              </a:rPr>
              <a:t>                           AS </a:t>
            </a:r>
            <a:r>
              <a:rPr lang="es-ES" sz="800" err="1">
                <a:ea typeface="Roboto"/>
                <a:cs typeface="Roboto"/>
              </a:rPr>
              <a:t>IDCompra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poh.OrderDate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     AS </a:t>
            </a:r>
            <a:r>
              <a:rPr lang="es-ES" sz="800" err="1">
                <a:ea typeface="Roboto"/>
                <a:cs typeface="Roboto"/>
              </a:rPr>
              <a:t>FechaCompra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poh.Status</a:t>
            </a:r>
            <a:r>
              <a:rPr lang="es-ES" sz="800">
                <a:ea typeface="Roboto"/>
                <a:cs typeface="Roboto"/>
              </a:rPr>
              <a:t>                                          AS Estado,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poh.VendorID</a:t>
            </a:r>
            <a:r>
              <a:rPr lang="es-ES" sz="800">
                <a:ea typeface="Roboto"/>
                <a:cs typeface="Roboto"/>
              </a:rPr>
              <a:t>                                     AS </a:t>
            </a:r>
            <a:r>
              <a:rPr lang="es-ES" sz="800" err="1">
                <a:ea typeface="Roboto"/>
                <a:cs typeface="Roboto"/>
              </a:rPr>
              <a:t>IDProveedor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pod.OrderQty</a:t>
            </a:r>
            <a:r>
              <a:rPr lang="es-ES" sz="800">
                <a:ea typeface="Roboto"/>
                <a:cs typeface="Roboto"/>
              </a:rPr>
              <a:t>                                      AS </a:t>
            </a:r>
            <a:r>
              <a:rPr lang="es-ES" sz="800" err="1">
                <a:ea typeface="Roboto"/>
                <a:cs typeface="Roboto"/>
              </a:rPr>
              <a:t>CantidadComprada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pod.ProductID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      AS IDProducto,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poh.ShipMethodID</a:t>
            </a:r>
            <a:r>
              <a:rPr lang="es-ES" sz="800">
                <a:ea typeface="Roboto"/>
                <a:cs typeface="Roboto"/>
              </a:rPr>
              <a:t>                                  AS </a:t>
            </a:r>
            <a:r>
              <a:rPr lang="es-ES" sz="800" err="1">
                <a:ea typeface="Roboto"/>
                <a:cs typeface="Roboto"/>
              </a:rPr>
              <a:t>IDModoenvio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poh.ShipDate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     AS </a:t>
            </a:r>
            <a:r>
              <a:rPr lang="es-ES" sz="800" err="1">
                <a:ea typeface="Roboto"/>
                <a:cs typeface="Roboto"/>
              </a:rPr>
              <a:t>FechaEnvio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poh.SubTotal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      AS SubTotal,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poh.TaxAmt</a:t>
            </a:r>
            <a:r>
              <a:rPr lang="es-ES" sz="800">
                <a:ea typeface="Roboto"/>
                <a:cs typeface="Roboto"/>
              </a:rPr>
              <a:t>                                        AS Tasas,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poh.Freight</a:t>
            </a:r>
            <a:r>
              <a:rPr lang="es-ES" sz="800">
                <a:ea typeface="Roboto"/>
                <a:cs typeface="Roboto"/>
              </a:rPr>
              <a:t>                                         AS </a:t>
            </a:r>
            <a:r>
              <a:rPr lang="es-ES" sz="800" err="1">
                <a:ea typeface="Roboto"/>
                <a:cs typeface="Roboto"/>
              </a:rPr>
              <a:t>CosteEnvio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poh.Totaldue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      AS </a:t>
            </a:r>
            <a:r>
              <a:rPr lang="es-ES" sz="800" err="1">
                <a:ea typeface="Roboto"/>
                <a:cs typeface="Roboto"/>
              </a:rPr>
              <a:t>TotalPedido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pod.DueDate</a:t>
            </a:r>
            <a:r>
              <a:rPr lang="es-ES" sz="800">
                <a:ea typeface="Roboto"/>
                <a:cs typeface="Roboto"/>
              </a:rPr>
              <a:t>                                        AS </a:t>
            </a:r>
            <a:r>
              <a:rPr lang="es-ES" sz="800" err="1">
                <a:ea typeface="Roboto"/>
                <a:cs typeface="Roboto"/>
              </a:rPr>
              <a:t>FechaEntrega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pod.UnitPrice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     AS </a:t>
            </a:r>
            <a:r>
              <a:rPr lang="es-ES" sz="800" err="1">
                <a:ea typeface="Roboto"/>
                <a:cs typeface="Roboto"/>
              </a:rPr>
              <a:t>PrecioUnitario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pod.LineTotal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     AS </a:t>
            </a:r>
            <a:r>
              <a:rPr lang="es-ES" sz="800" err="1">
                <a:ea typeface="Roboto"/>
                <a:cs typeface="Roboto"/>
              </a:rPr>
              <a:t>CosteTotal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pod.ReceivedQty</a:t>
            </a:r>
            <a:r>
              <a:rPr lang="es-ES" sz="800">
                <a:ea typeface="Roboto"/>
                <a:cs typeface="Roboto"/>
              </a:rPr>
              <a:t>                                     AS </a:t>
            </a:r>
            <a:r>
              <a:rPr lang="es-ES" sz="800" err="1">
                <a:ea typeface="Roboto"/>
                <a:cs typeface="Roboto"/>
              </a:rPr>
              <a:t>CantidadRecibida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pod.RejectedQty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  AS </a:t>
            </a:r>
            <a:r>
              <a:rPr lang="es-ES" sz="800" err="1">
                <a:ea typeface="Roboto"/>
                <a:cs typeface="Roboto"/>
              </a:rPr>
              <a:t>CantidadRechazada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pod.StockedQty</a:t>
            </a:r>
            <a:r>
              <a:rPr lang="es-ES" sz="800">
                <a:ea typeface="Roboto"/>
                <a:cs typeface="Roboto"/>
              </a:rPr>
              <a:t>                                    AS </a:t>
            </a:r>
            <a:r>
              <a:rPr lang="es-ES" sz="800" err="1">
                <a:ea typeface="Roboto"/>
                <a:cs typeface="Roboto"/>
              </a:rPr>
              <a:t>CantidadStockada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CONCAT(</a:t>
            </a:r>
            <a:r>
              <a:rPr lang="es-ES" sz="800" err="1">
                <a:ea typeface="Roboto"/>
                <a:cs typeface="Roboto"/>
              </a:rPr>
              <a:t>pod.ProductID,poh.VendorID</a:t>
            </a:r>
            <a:r>
              <a:rPr lang="es-ES" sz="800">
                <a:ea typeface="Roboto"/>
                <a:cs typeface="Roboto"/>
              </a:rPr>
              <a:t>)            AS </a:t>
            </a:r>
            <a:r>
              <a:rPr lang="es-ES" sz="800" err="1">
                <a:ea typeface="Roboto"/>
                <a:cs typeface="Roboto"/>
              </a:rPr>
              <a:t>IDProductoProveedor</a:t>
            </a:r>
            <a:r>
              <a:rPr lang="es-ES" sz="800">
                <a:ea typeface="Roboto"/>
                <a:cs typeface="Roboto"/>
              </a:rPr>
              <a:t>,</a:t>
            </a:r>
          </a:p>
          <a:p>
            <a:r>
              <a:rPr lang="es-ES" sz="800">
                <a:ea typeface="Roboto"/>
                <a:cs typeface="Roboto"/>
              </a:rPr>
              <a:t>    CAST(</a:t>
            </a:r>
            <a:r>
              <a:rPr lang="es-ES" sz="800" err="1">
                <a:ea typeface="Roboto"/>
                <a:cs typeface="Roboto"/>
              </a:rPr>
              <a:t>pod.DueDate</a:t>
            </a:r>
            <a:r>
              <a:rPr lang="es-ES" sz="800">
                <a:ea typeface="Roboto"/>
                <a:cs typeface="Roboto"/>
              </a:rPr>
              <a:t> - </a:t>
            </a:r>
            <a:r>
              <a:rPr lang="es-ES" sz="800" err="1">
                <a:ea typeface="Roboto"/>
                <a:cs typeface="Roboto"/>
              </a:rPr>
              <a:t>poh.OrderDate</a:t>
            </a:r>
            <a:r>
              <a:rPr lang="es-ES" sz="800">
                <a:ea typeface="Roboto"/>
                <a:cs typeface="Roboto"/>
              </a:rPr>
              <a:t> AS INT)    AS </a:t>
            </a:r>
            <a:r>
              <a:rPr lang="es-ES" sz="800" err="1">
                <a:ea typeface="Roboto"/>
                <a:cs typeface="Roboto"/>
              </a:rPr>
              <a:t>FechaEntregaReal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FROM AdventureWorks2022.Purchasing.PurchaseOrderHeader </a:t>
            </a:r>
            <a:r>
              <a:rPr lang="es-ES" sz="800" err="1">
                <a:ea typeface="Roboto"/>
                <a:cs typeface="Roboto"/>
              </a:rPr>
              <a:t>poh</a:t>
            </a:r>
            <a:endParaRPr lang="es-E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AdventureWorks2022.Purchasing.PurchaseOrderDetail </a:t>
            </a:r>
            <a:r>
              <a:rPr lang="es-ES" sz="800" err="1">
                <a:ea typeface="Roboto"/>
                <a:cs typeface="Roboto"/>
              </a:rPr>
              <a:t>pod</a:t>
            </a:r>
            <a:r>
              <a:rPr lang="es-ES" sz="800">
                <a:ea typeface="Roboto"/>
                <a:cs typeface="Roboto"/>
              </a:rPr>
              <a:t> ON </a:t>
            </a:r>
            <a:r>
              <a:rPr lang="es-ES" sz="800" err="1">
                <a:ea typeface="Roboto"/>
                <a:cs typeface="Roboto"/>
              </a:rPr>
              <a:t>poh.PurchaseOrderID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pod.PurchaseOrderID</a:t>
            </a:r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5091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7FB0-37A7-7AF7-8915-A564F13C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6C850-CB38-7472-868B-179DF5FC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508DC4-55CF-1EA7-7513-D055FDC78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13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DE4A63-E373-D21D-A39B-DAF320C478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COMPRAS | ON PREMISE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9A7747C3-F39A-1F10-1C48-14C45703593F}"/>
              </a:ext>
            </a:extLst>
          </p:cNvPr>
          <p:cNvSpPr txBox="1"/>
          <p:nvPr/>
        </p:nvSpPr>
        <p:spPr>
          <a:xfrm>
            <a:off x="4088947" y="2364769"/>
            <a:ext cx="4014105" cy="212846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>
                <a:ea typeface="Roboto"/>
                <a:cs typeface="Roboto"/>
              </a:rPr>
              <a:t>---</a:t>
            </a:r>
            <a:r>
              <a:rPr lang="es-ES" sz="800" err="1">
                <a:ea typeface="Roboto"/>
                <a:cs typeface="Roboto"/>
              </a:rPr>
              <a:t>FactVentas</a:t>
            </a:r>
            <a:endParaRPr lang="en-US" sz="800" err="1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SELECT DISTINCT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soh.SalesOrderID</a:t>
            </a:r>
            <a:r>
              <a:rPr lang="es-ES" sz="800">
                <a:ea typeface="Roboto"/>
                <a:cs typeface="Roboto"/>
              </a:rPr>
              <a:t>                  AS </a:t>
            </a:r>
            <a:r>
              <a:rPr lang="es-ES" sz="800" err="1">
                <a:ea typeface="Roboto"/>
                <a:cs typeface="Roboto"/>
              </a:rPr>
              <a:t>IDPedido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soh.OrderDate</a:t>
            </a:r>
            <a:r>
              <a:rPr lang="es-ES" sz="800">
                <a:ea typeface="Roboto"/>
                <a:cs typeface="Roboto"/>
              </a:rPr>
              <a:t>                       AS </a:t>
            </a:r>
            <a:r>
              <a:rPr lang="es-ES" sz="800" err="1">
                <a:ea typeface="Roboto"/>
                <a:cs typeface="Roboto"/>
              </a:rPr>
              <a:t>FechaVenta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sod.ProductID</a:t>
            </a:r>
            <a:r>
              <a:rPr lang="es-ES" sz="800">
                <a:ea typeface="Roboto"/>
                <a:cs typeface="Roboto"/>
              </a:rPr>
              <a:t>                        AS </a:t>
            </a:r>
            <a:r>
              <a:rPr lang="es-ES" sz="800" err="1">
                <a:ea typeface="Roboto"/>
                <a:cs typeface="Roboto"/>
              </a:rPr>
              <a:t>IDProducto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v.BusinessEntityID</a:t>
            </a:r>
            <a:r>
              <a:rPr lang="es-ES" sz="800">
                <a:ea typeface="Roboto"/>
                <a:cs typeface="Roboto"/>
              </a:rPr>
              <a:t>                   AS </a:t>
            </a:r>
            <a:r>
              <a:rPr lang="es-ES" sz="800" err="1">
                <a:ea typeface="Roboto"/>
                <a:cs typeface="Roboto"/>
              </a:rPr>
              <a:t>IDProveedor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soh.BillToAddressID</a:t>
            </a:r>
            <a:r>
              <a:rPr lang="es-ES" sz="800">
                <a:ea typeface="Roboto"/>
                <a:cs typeface="Roboto"/>
              </a:rPr>
              <a:t>                AS </a:t>
            </a:r>
            <a:r>
              <a:rPr lang="es-ES" sz="800" err="1">
                <a:ea typeface="Roboto"/>
                <a:cs typeface="Roboto"/>
              </a:rPr>
              <a:t>IDDireccionFacturacion</a:t>
            </a:r>
            <a:r>
              <a:rPr lang="es-ES" sz="800">
                <a:ea typeface="Roboto"/>
                <a:cs typeface="Roboto"/>
              </a:rPr>
              <a:t>,  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sod.OrderQty</a:t>
            </a:r>
            <a:r>
              <a:rPr lang="es-ES" sz="800">
                <a:ea typeface="Roboto"/>
                <a:cs typeface="Roboto"/>
              </a:rPr>
              <a:t>                       AS </a:t>
            </a:r>
            <a:r>
              <a:rPr lang="es-ES" sz="800" err="1">
                <a:ea typeface="Roboto"/>
                <a:cs typeface="Roboto"/>
              </a:rPr>
              <a:t>CantidadVendida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sod.UnitPrice</a:t>
            </a:r>
            <a:r>
              <a:rPr lang="es-ES" sz="800">
                <a:ea typeface="Roboto"/>
                <a:cs typeface="Roboto"/>
              </a:rPr>
              <a:t>                      AS </a:t>
            </a:r>
            <a:r>
              <a:rPr lang="es-ES" sz="800" err="1">
                <a:ea typeface="Roboto"/>
                <a:cs typeface="Roboto"/>
              </a:rPr>
              <a:t>PrecioUnitario</a:t>
            </a:r>
            <a:r>
              <a:rPr lang="es-ES" sz="80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    </a:t>
            </a:r>
            <a:r>
              <a:rPr lang="es-ES" sz="800" err="1">
                <a:ea typeface="Roboto"/>
                <a:cs typeface="Roboto"/>
              </a:rPr>
              <a:t>a.StateProvinceID</a:t>
            </a:r>
            <a:r>
              <a:rPr lang="es-ES" sz="800">
                <a:ea typeface="Roboto"/>
                <a:cs typeface="Roboto"/>
              </a:rPr>
              <a:t>                     AS </a:t>
            </a:r>
            <a:r>
              <a:rPr lang="es-ES" sz="800" err="1">
                <a:ea typeface="Roboto"/>
                <a:cs typeface="Roboto"/>
              </a:rPr>
              <a:t>IDProvincia</a:t>
            </a:r>
            <a:endParaRPr lang="en-US" sz="800" err="1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FROM AdventureWorks2022.Sales.SalesOrderHeader </a:t>
            </a:r>
            <a:r>
              <a:rPr lang="es-ES" sz="800" err="1">
                <a:ea typeface="Roboto"/>
                <a:cs typeface="Roboto"/>
              </a:rPr>
              <a:t>soh</a:t>
            </a:r>
            <a:r>
              <a:rPr lang="es-ES" sz="800">
                <a:ea typeface="Roboto"/>
                <a:cs typeface="Roboto"/>
              </a:rPr>
              <a:t>  </a:t>
            </a:r>
            <a:endParaRPr lang="en-US" sz="800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Sales.SalesOrderDetail</a:t>
            </a:r>
            <a:r>
              <a:rPr lang="es-ES" sz="800">
                <a:ea typeface="Roboto"/>
                <a:cs typeface="Roboto"/>
              </a:rPr>
              <a:t> </a:t>
            </a:r>
            <a:r>
              <a:rPr lang="es-ES" sz="800" err="1">
                <a:ea typeface="Roboto"/>
                <a:cs typeface="Roboto"/>
              </a:rPr>
              <a:t>sod</a:t>
            </a:r>
            <a:r>
              <a:rPr lang="es-ES" sz="800">
                <a:ea typeface="Roboto"/>
                <a:cs typeface="Roboto"/>
              </a:rPr>
              <a:t> ON </a:t>
            </a:r>
            <a:r>
              <a:rPr lang="es-ES" sz="800" err="1">
                <a:ea typeface="Roboto"/>
                <a:cs typeface="Roboto"/>
              </a:rPr>
              <a:t>soh.SalesOrderID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sod.SalesOrderID</a:t>
            </a:r>
            <a:endParaRPr lang="en-US" sz="800" err="1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Purchasing.ProductVendor</a:t>
            </a:r>
            <a:r>
              <a:rPr lang="es-ES" sz="800">
                <a:ea typeface="Roboto"/>
                <a:cs typeface="Roboto"/>
              </a:rPr>
              <a:t> v ON </a:t>
            </a:r>
            <a:r>
              <a:rPr lang="es-ES" sz="800" err="1">
                <a:ea typeface="Roboto"/>
                <a:cs typeface="Roboto"/>
              </a:rPr>
              <a:t>sod.ProductID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v.ProductID</a:t>
            </a:r>
            <a:endParaRPr lang="en-US" sz="800" err="1">
              <a:ea typeface="Roboto"/>
              <a:cs typeface="Roboto"/>
            </a:endParaRPr>
          </a:p>
          <a:p>
            <a:r>
              <a:rPr lang="es-ES" sz="800">
                <a:ea typeface="Roboto"/>
                <a:cs typeface="Roboto"/>
              </a:rPr>
              <a:t>LEFT JOIN </a:t>
            </a:r>
            <a:r>
              <a:rPr lang="es-ES" sz="800" err="1">
                <a:ea typeface="Roboto"/>
                <a:cs typeface="Roboto"/>
              </a:rPr>
              <a:t>Person.Address</a:t>
            </a:r>
            <a:r>
              <a:rPr lang="es-ES" sz="800">
                <a:ea typeface="Roboto"/>
                <a:cs typeface="Roboto"/>
              </a:rPr>
              <a:t> a ON </a:t>
            </a:r>
            <a:r>
              <a:rPr lang="es-ES" sz="800" err="1">
                <a:ea typeface="Roboto"/>
                <a:cs typeface="Roboto"/>
              </a:rPr>
              <a:t>soh.BillToAddressID</a:t>
            </a:r>
            <a:r>
              <a:rPr lang="es-ES" sz="800">
                <a:ea typeface="Roboto"/>
                <a:cs typeface="Roboto"/>
              </a:rPr>
              <a:t> = </a:t>
            </a:r>
            <a:r>
              <a:rPr lang="es-ES" sz="800" err="1">
                <a:ea typeface="Roboto"/>
                <a:cs typeface="Roboto"/>
              </a:rPr>
              <a:t>a.AddressID</a:t>
            </a:r>
            <a:endParaRPr lang="es-ES" err="1"/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2261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396BAAC5-098F-56C0-0E99-D83363B26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2223805"/>
            <a:ext cx="7785100" cy="4873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s-ES" sz="3200">
                <a:solidFill>
                  <a:srgbClr val="002060"/>
                </a:solidFill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Cuadro de mando Compras</a:t>
            </a:r>
            <a:endParaRPr lang="es-ES" sz="3200">
              <a:solidFill>
                <a:srgbClr val="002060"/>
              </a:solidFill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1757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371E-9E6F-589D-DF85-10BAA3AE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0DC56676-74D9-0DA7-C766-EABA3903E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2191241"/>
            <a:ext cx="7785100" cy="4873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s-ES" sz="3200">
                <a:solidFill>
                  <a:srgbClr val="002060"/>
                </a:solidFill>
                <a:ea typeface="Roboto"/>
                <a:cs typeface="Roboto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36781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ampusDual TIC">
      <a:dk1>
        <a:srgbClr val="1E1E1E"/>
      </a:dk1>
      <a:lt1>
        <a:sysClr val="window" lastClr="FFFFFF"/>
      </a:lt1>
      <a:dk2>
        <a:srgbClr val="C2F457"/>
      </a:dk2>
      <a:lt2>
        <a:srgbClr val="FFFFFF"/>
      </a:lt2>
      <a:accent1>
        <a:srgbClr val="C2F457"/>
      </a:accent1>
      <a:accent2>
        <a:srgbClr val="F64983"/>
      </a:accent2>
      <a:accent3>
        <a:srgbClr val="88D61D"/>
      </a:accent3>
      <a:accent4>
        <a:srgbClr val="1A3459"/>
      </a:accent4>
      <a:accent5>
        <a:srgbClr val="FA94B6"/>
      </a:accent5>
      <a:accent6>
        <a:srgbClr val="C5EF8D"/>
      </a:accent6>
      <a:hlink>
        <a:srgbClr val="00B0F0"/>
      </a:hlink>
      <a:folHlink>
        <a:srgbClr val="F64983"/>
      </a:folHlink>
    </a:clrScheme>
    <a:fontScheme name="CampusDualTIC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419C85CAD7FD48B09C467465F93B7D" ma:contentTypeVersion="8" ma:contentTypeDescription="Crear nuevo documento." ma:contentTypeScope="" ma:versionID="14b1d391573274c33fea384e05020d40">
  <xsd:schema xmlns:xsd="http://www.w3.org/2001/XMLSchema" xmlns:xs="http://www.w3.org/2001/XMLSchema" xmlns:p="http://schemas.microsoft.com/office/2006/metadata/properties" xmlns:ns2="e384215e-702e-4978-8c9d-7d06630fe057" targetNamespace="http://schemas.microsoft.com/office/2006/metadata/properties" ma:root="true" ma:fieldsID="071e9510dd424479083cb9815a38bd45" ns2:_="">
    <xsd:import namespace="e384215e-702e-4978-8c9d-7d06630fe0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4215e-702e-4978-8c9d-7d06630fe0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69E723-33A4-4A86-93D0-43703701DBD2}">
  <ds:schemaRefs>
    <ds:schemaRef ds:uri="e384215e-702e-4978-8c9d-7d06630fe0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00260C-DAD8-4063-A238-47DF399E11D4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1227060-BD82-44F6-8062-B2E58AECD7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CampusDualTIC</Template>
  <Application>Microsoft Office PowerPoint</Application>
  <PresentationFormat>Panorámica</PresentationFormat>
  <Slides>15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Versiones</vt:lpstr>
      <vt:lpstr>Arquitectura de medallón | Bronze</vt:lpstr>
      <vt:lpstr>Arquitectura de medallón | Bronze</vt:lpstr>
      <vt:lpstr>Arquitectura de medallón | Silver</vt:lpstr>
      <vt:lpstr>Arquitectura de medallón | Gold</vt:lpstr>
      <vt:lpstr>Arquitectura de medallón | Gold</vt:lpstr>
      <vt:lpstr>Arquitectura de medallón | Gold</vt:lpstr>
      <vt:lpstr>Modelo y medidas</vt:lpstr>
      <vt:lpstr>Consultas SQL y parámetro origen</vt:lpstr>
      <vt:lpstr>Consultas SQL y parámetro origen</vt:lpstr>
      <vt:lpstr>Consultas SQL y parámetro origen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Marina Cores Fernández</dc:creator>
  <cp:revision>13</cp:revision>
  <dcterms:created xsi:type="dcterms:W3CDTF">2024-09-19T11:09:05Z</dcterms:created>
  <dcterms:modified xsi:type="dcterms:W3CDTF">2025-03-26T12:40:10Z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Interno</vt:lpwstr>
  </property>
  <property fmtid="{D5CDD505-2E9C-101B-9397-08002B2CF9AE}" pid="3" name="MSIP_Label_6005d2ca-06de-4e7a-a1a4-66e941d153e5_Enabled">
    <vt:lpwstr>true</vt:lpwstr>
  </property>
  <property fmtid="{D5CDD505-2E9C-101B-9397-08002B2CF9AE}" pid="4" name="MSIP_Label_6005d2ca-06de-4e7a-a1a4-66e941d153e5_SiteId">
    <vt:lpwstr>3edf8a8d-71de-48d9-a981-d7493ad2b191</vt:lpwstr>
  </property>
  <property fmtid="{D5CDD505-2E9C-101B-9397-08002B2CF9AE}" pid="5" name="MSIP_Label_6005d2ca-06de-4e7a-a1a4-66e941d153e5_Method">
    <vt:lpwstr>Privileged</vt:lpwstr>
  </property>
  <property fmtid="{D5CDD505-2E9C-101B-9397-08002B2CF9AE}" pid="6" name="MediaServiceImageTags">
    <vt:lpwstr/>
  </property>
  <property fmtid="{D5CDD505-2E9C-101B-9397-08002B2CF9AE}" pid="7" name="MSIP_Label_6005d2ca-06de-4e7a-a1a4-66e941d153e5_ContentBits">
    <vt:lpwstr>2</vt:lpwstr>
  </property>
  <property fmtid="{D5CDD505-2E9C-101B-9397-08002B2CF9AE}" pid="8" name="ContentTypeId">
    <vt:lpwstr>0x010100E8419C85CAD7FD48B09C467465F93B7D</vt:lpwstr>
  </property>
  <property fmtid="{D5CDD505-2E9C-101B-9397-08002B2CF9AE}" pid="9" name="MSIP_Label_6005d2ca-06de-4e7a-a1a4-66e941d153e5_SetDate">
    <vt:lpwstr>2024-09-23T08:14:54Z</vt:lpwstr>
  </property>
  <property fmtid="{D5CDD505-2E9C-101B-9397-08002B2CF9AE}" pid="10" name="MSIP_Label_6005d2ca-06de-4e7a-a1a4-66e941d153e5_Name">
    <vt:lpwstr>Interna</vt:lpwstr>
  </property>
  <property fmtid="{D5CDD505-2E9C-101B-9397-08002B2CF9AE}" pid="11" name="ClassificationContentMarkingFooterLocations">
    <vt:lpwstr>Tema de Office:5</vt:lpwstr>
  </property>
  <property fmtid="{D5CDD505-2E9C-101B-9397-08002B2CF9AE}" pid="12" name="MSIP_Label_6005d2ca-06de-4e7a-a1a4-66e941d153e5_ActionId">
    <vt:lpwstr>a4dfe682-db9f-45c9-a4e0-e8105eb81c29</vt:lpwstr>
  </property>
</Properties>
</file>